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95" r:id="rId4"/>
  </p:sldMasterIdLst>
  <p:notesMasterIdLst>
    <p:notesMasterId r:id="rId11"/>
  </p:notesMasterIdLst>
  <p:handoutMasterIdLst>
    <p:handoutMasterId r:id="rId12"/>
  </p:handoutMasterIdLst>
  <p:sldIdLst>
    <p:sldId id="362" r:id="rId5"/>
    <p:sldId id="363" r:id="rId6"/>
    <p:sldId id="364" r:id="rId7"/>
    <p:sldId id="365" r:id="rId8"/>
    <p:sldId id="366" r:id="rId9"/>
    <p:sldId id="367" r:id="rId10"/>
  </p:sldIdLst>
  <p:sldSz cx="9144000" cy="6858000" type="screen4x3"/>
  <p:notesSz cx="9601200" cy="7315200"/>
  <p:embeddedFontLst>
    <p:embeddedFont>
      <p:font typeface="ＭＳ Ｐゴシック" panose="020B0600070205080204" pitchFamily="50" charset="-128"/>
      <p:regular r:id="rId13"/>
    </p:embeddedFont>
  </p:embeddedFontLst>
  <p:defaultTextStyle>
    <a:defPPr>
      <a:defRPr lang="ja"/>
    </a:defPPr>
    <a:lvl1pPr algn="l" rtl="0" eaLnBrk="0" fontAlgn="base" hangingPunct="0">
      <a:spcBef>
        <a:spcPct val="0"/>
      </a:spcBef>
      <a:spcAft>
        <a:spcPct val="0"/>
      </a:spcAft>
      <a:defRPr b="1" kern="1200">
        <a:solidFill>
          <a:schemeClr val="tx1"/>
        </a:solidFill>
        <a:latin typeface="Courier New" panose="02070309020205020404" pitchFamily="49" charset="0"/>
        <a:ea typeface="+mn-ea"/>
        <a:cs typeface="Arial" panose="020B0604020202020204" pitchFamily="34" charset="0"/>
      </a:defRPr>
    </a:lvl1pPr>
    <a:lvl2pPr marL="457200" algn="l" rtl="0" eaLnBrk="0" fontAlgn="base" hangingPunct="0">
      <a:spcBef>
        <a:spcPct val="0"/>
      </a:spcBef>
      <a:spcAft>
        <a:spcPct val="0"/>
      </a:spcAft>
      <a:defRPr b="1" kern="1200">
        <a:solidFill>
          <a:schemeClr val="tx1"/>
        </a:solidFill>
        <a:latin typeface="Courier New" panose="02070309020205020404" pitchFamily="49" charset="0"/>
        <a:ea typeface="+mn-ea"/>
        <a:cs typeface="Arial" panose="020B0604020202020204" pitchFamily="34" charset="0"/>
      </a:defRPr>
    </a:lvl2pPr>
    <a:lvl3pPr marL="914400" algn="l" rtl="0" eaLnBrk="0" fontAlgn="base" hangingPunct="0">
      <a:spcBef>
        <a:spcPct val="0"/>
      </a:spcBef>
      <a:spcAft>
        <a:spcPct val="0"/>
      </a:spcAft>
      <a:defRPr b="1" kern="1200">
        <a:solidFill>
          <a:schemeClr val="tx1"/>
        </a:solidFill>
        <a:latin typeface="Courier New" panose="02070309020205020404" pitchFamily="49" charset="0"/>
        <a:ea typeface="+mn-ea"/>
        <a:cs typeface="Arial" panose="020B0604020202020204" pitchFamily="34" charset="0"/>
      </a:defRPr>
    </a:lvl3pPr>
    <a:lvl4pPr marL="1371600" algn="l" rtl="0" eaLnBrk="0" fontAlgn="base" hangingPunct="0">
      <a:spcBef>
        <a:spcPct val="0"/>
      </a:spcBef>
      <a:spcAft>
        <a:spcPct val="0"/>
      </a:spcAft>
      <a:defRPr b="1" kern="1200">
        <a:solidFill>
          <a:schemeClr val="tx1"/>
        </a:solidFill>
        <a:latin typeface="Courier New" panose="02070309020205020404" pitchFamily="49" charset="0"/>
        <a:ea typeface="+mn-ea"/>
        <a:cs typeface="Arial" panose="020B0604020202020204" pitchFamily="34" charset="0"/>
      </a:defRPr>
    </a:lvl4pPr>
    <a:lvl5pPr marL="1828800" algn="l" rtl="0" eaLnBrk="0" fontAlgn="base" hangingPunct="0">
      <a:spcBef>
        <a:spcPct val="0"/>
      </a:spcBef>
      <a:spcAft>
        <a:spcPct val="0"/>
      </a:spcAft>
      <a:defRPr b="1" kern="1200">
        <a:solidFill>
          <a:schemeClr val="tx1"/>
        </a:solidFill>
        <a:latin typeface="Courier New" panose="02070309020205020404" pitchFamily="49" charset="0"/>
        <a:ea typeface="+mn-ea"/>
        <a:cs typeface="Arial" panose="020B0604020202020204" pitchFamily="34" charset="0"/>
      </a:defRPr>
    </a:lvl5pPr>
    <a:lvl6pPr marL="2286000" algn="l" defTabSz="914400" rtl="0" eaLnBrk="1" latinLnBrk="0" hangingPunct="1">
      <a:defRPr b="1" kern="1200">
        <a:solidFill>
          <a:schemeClr val="tx1"/>
        </a:solidFill>
        <a:latin typeface="Courier New" panose="02070309020205020404" pitchFamily="49" charset="0"/>
        <a:ea typeface="+mn-ea"/>
        <a:cs typeface="Arial" panose="020B0604020202020204" pitchFamily="34" charset="0"/>
      </a:defRPr>
    </a:lvl6pPr>
    <a:lvl7pPr marL="2743200" algn="l" defTabSz="914400" rtl="0" eaLnBrk="1" latinLnBrk="0" hangingPunct="1">
      <a:defRPr b="1" kern="1200">
        <a:solidFill>
          <a:schemeClr val="tx1"/>
        </a:solidFill>
        <a:latin typeface="Courier New" panose="02070309020205020404" pitchFamily="49" charset="0"/>
        <a:ea typeface="+mn-ea"/>
        <a:cs typeface="Arial" panose="020B0604020202020204" pitchFamily="34" charset="0"/>
      </a:defRPr>
    </a:lvl7pPr>
    <a:lvl8pPr marL="3200400" algn="l" defTabSz="914400" rtl="0" eaLnBrk="1" latinLnBrk="0" hangingPunct="1">
      <a:defRPr b="1" kern="1200">
        <a:solidFill>
          <a:schemeClr val="tx1"/>
        </a:solidFill>
        <a:latin typeface="Courier New" panose="02070309020205020404" pitchFamily="49" charset="0"/>
        <a:ea typeface="+mn-ea"/>
        <a:cs typeface="Arial" panose="020B0604020202020204" pitchFamily="34" charset="0"/>
      </a:defRPr>
    </a:lvl8pPr>
    <a:lvl9pPr marL="3657600" algn="l" defTabSz="914400" rtl="0" eaLnBrk="1" latinLnBrk="0" hangingPunct="1">
      <a:defRPr b="1" kern="1200">
        <a:solidFill>
          <a:schemeClr val="tx1"/>
        </a:solidFill>
        <a:latin typeface="Courier New" panose="02070309020205020404" pitchFamily="49"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233" userDrawn="1">
          <p15:clr>
            <a:srgbClr val="A4A3A4"/>
          </p15:clr>
        </p15:guide>
        <p15:guide id="2" pos="325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CCEE"/>
    <a:srgbClr val="CAEEFB"/>
    <a:srgbClr val="D1F0FB"/>
    <a:srgbClr val="007FC6"/>
    <a:srgbClr val="FFF7C7"/>
    <a:srgbClr val="D9F2D0"/>
    <a:srgbClr val="6DCBF4"/>
    <a:srgbClr val="D64045"/>
    <a:srgbClr val="E9ECF0"/>
    <a:srgbClr val="F27E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AC0CD-4E54-40F5-B6A6-A3532CE54C06}" v="83" dt="2026-08-18T01:02:12.068"/>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MasterView">
  <p:normalViewPr>
    <p:restoredLeft sz="15620"/>
    <p:restoredTop sz="94660"/>
  </p:normalViewPr>
  <p:slideViewPr>
    <p:cSldViewPr snapToGrid="0">
      <p:cViewPr varScale="1">
        <p:scale>
          <a:sx n="152" d="100"/>
          <a:sy n="152" d="100"/>
        </p:scale>
        <p:origin x="2060" y="104"/>
      </p:cViewPr>
      <p:guideLst>
        <p:guide orient="horz" pos="2160"/>
        <p:guide pos="2880"/>
      </p:guideLst>
    </p:cSldViewPr>
  </p:slideViewPr>
  <p:notesTextViewPr>
    <p:cViewPr>
      <p:scale>
        <a:sx n="1" d="1"/>
        <a:sy n="1" d="1"/>
      </p:scale>
      <p:origin x="0" y="0"/>
    </p:cViewPr>
  </p:notesTextViewPr>
  <p:notesViewPr>
    <p:cSldViewPr snapToGrid="0">
      <p:cViewPr varScale="1">
        <p:scale>
          <a:sx n="152" d="100"/>
          <a:sy n="152" d="100"/>
        </p:scale>
        <p:origin x="3052" y="96"/>
      </p:cViewPr>
      <p:guideLst>
        <p:guide orient="horz" pos="2233"/>
        <p:guide pos="32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 Nakano" userId="d848f02a-6a00-48c6-8c3c-f72f820ac604" providerId="ADAL" clId="{18AA4F4E-2A60-4F83-8194-11F33D21686D}"/>
    <pc:docChg chg="undo redo custSel addSld delSld modSld sldOrd modNotesMaster">
      <pc:chgData name="Hiro Nakano" userId="d848f02a-6a00-48c6-8c3c-f72f820ac604" providerId="ADAL" clId="{18AA4F4E-2A60-4F83-8194-11F33D21686D}" dt="2026-07-29T01:56:03.740" v="4298" actId="1036"/>
      <pc:docMkLst>
        <pc:docMk/>
      </pc:docMkLst>
    </pc:docChg>
  </pc:docChgLst>
  <pc:docChgLst>
    <pc:chgData name="Hiro Nakano" userId="d848f02a-6a00-48c6-8c3c-f72f820ac604" providerId="ADAL" clId="{AB56FD29-4311-4936-A80F-C735CD2E52A7}"/>
    <pc:docChg chg="undo redo custSel addSld delSld modSld modNotesMaster">
      <pc:chgData name="Hiro Nakano" userId="d848f02a-6a00-48c6-8c3c-f72f820ac604" providerId="ADAL" clId="{AB56FD29-4311-4936-A80F-C735CD2E52A7}" dt="2026-08-18T01:02:48.213" v="8012"/>
      <pc:docMkLst>
        <pc:docMk/>
      </pc:docMkLst>
      <pc:sldChg chg="modNotes">
        <pc:chgData name="Hiro Nakano" userId="d848f02a-6a00-48c6-8c3c-f72f820ac604" providerId="ADAL" clId="{AB56FD29-4311-4936-A80F-C735CD2E52A7}" dt="2026-08-13T04:13:06.492" v="7117" actId="6549"/>
        <pc:sldMkLst>
          <pc:docMk/>
          <pc:sldMk cId="741325618" sldId="362"/>
        </pc:sldMkLst>
      </pc:sldChg>
      <pc:sldChg chg="add modNotes">
        <pc:chgData name="Hiro Nakano" userId="d848f02a-6a00-48c6-8c3c-f72f820ac604" providerId="ADAL" clId="{AB56FD29-4311-4936-A80F-C735CD2E52A7}" dt="2026-08-13T04:07:40.697" v="6923"/>
        <pc:sldMkLst>
          <pc:docMk/>
          <pc:sldMk cId="2098910604" sldId="363"/>
        </pc:sldMkLst>
      </pc:sldChg>
      <pc:sldChg chg="add modNotes">
        <pc:chgData name="Hiro Nakano" userId="d848f02a-6a00-48c6-8c3c-f72f820ac604" providerId="ADAL" clId="{AB56FD29-4311-4936-A80F-C735CD2E52A7}" dt="2026-08-14T02:10:56.572" v="7227" actId="1036"/>
        <pc:sldMkLst>
          <pc:docMk/>
          <pc:sldMk cId="2137494026" sldId="364"/>
        </pc:sldMkLst>
      </pc:sldChg>
      <pc:sldChg chg="add modNotes">
        <pc:chgData name="Hiro Nakano" userId="d848f02a-6a00-48c6-8c3c-f72f820ac604" providerId="ADAL" clId="{AB56FD29-4311-4936-A80F-C735CD2E52A7}" dt="2026-08-14T11:43:57.605" v="7979" actId="20577"/>
        <pc:sldMkLst>
          <pc:docMk/>
          <pc:sldMk cId="236736690" sldId="365"/>
        </pc:sldMkLst>
      </pc:sldChg>
      <pc:sldChg chg="add modNotes">
        <pc:chgData name="Hiro Nakano" userId="d848f02a-6a00-48c6-8c3c-f72f820ac604" providerId="ADAL" clId="{AB56FD29-4311-4936-A80F-C735CD2E52A7}" dt="2026-08-14T06:01:28.807" v="7910" actId="20577"/>
        <pc:sldMkLst>
          <pc:docMk/>
          <pc:sldMk cId="2068696941" sldId="366"/>
        </pc:sldMkLst>
      </pc:sldChg>
      <pc:sldChg chg="add modNotes">
        <pc:chgData name="Hiro Nakano" userId="d848f02a-6a00-48c6-8c3c-f72f820ac604" providerId="ADAL" clId="{AB56FD29-4311-4936-A80F-C735CD2E52A7}" dt="2026-08-14T06:01:35.502" v="7918" actId="20577"/>
        <pc:sldMkLst>
          <pc:docMk/>
          <pc:sldMk cId="3337697165" sldId="3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9">
            <a:extLst>
              <a:ext uri="{FF2B5EF4-FFF2-40B4-BE49-F238E27FC236}">
                <a16:creationId xmlns:a16="http://schemas.microsoft.com/office/drawing/2014/main" id="{5A2DD3F6-ADB2-4EA8-B57D-C6EE59872C42}"/>
              </a:ext>
            </a:extLst>
          </p:cNvPr>
          <p:cNvSpPr>
            <a:spLocks noChangeArrowheads="1"/>
          </p:cNvSpPr>
          <p:nvPr/>
        </p:nvSpPr>
        <p:spPr bwMode="auto">
          <a:xfrm>
            <a:off x="0" y="0"/>
            <a:ext cx="9330397" cy="240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86" tIns="45873" rIns="93386" bIns="45873" anchor="ctr"/>
          <a:lstStyle>
            <a:lvl1pPr defTabSz="944563" eaLnBrk="0" hangingPunct="0">
              <a:defRPr b="1">
                <a:solidFill>
                  <a:schemeClr val="tx1"/>
                </a:solidFill>
                <a:latin typeface="Courier New" panose="02070309020205020404" pitchFamily="49" charset="0"/>
                <a:cs typeface="Arial" panose="020B0604020202020204" pitchFamily="34" charset="0"/>
              </a:defRPr>
            </a:lvl1pPr>
            <a:lvl2pPr marL="742950" indent="-285750" defTabSz="944563" eaLnBrk="0" hangingPunct="0">
              <a:defRPr b="1">
                <a:solidFill>
                  <a:schemeClr val="tx1"/>
                </a:solidFill>
                <a:latin typeface="Courier New" panose="02070309020205020404" pitchFamily="49" charset="0"/>
                <a:cs typeface="Arial" panose="020B0604020202020204" pitchFamily="34" charset="0"/>
              </a:defRPr>
            </a:lvl2pPr>
            <a:lvl3pPr marL="1143000" indent="-228600" defTabSz="944563" eaLnBrk="0" hangingPunct="0">
              <a:defRPr b="1">
                <a:solidFill>
                  <a:schemeClr val="tx1"/>
                </a:solidFill>
                <a:latin typeface="Courier New" panose="02070309020205020404" pitchFamily="49" charset="0"/>
                <a:cs typeface="Arial" panose="020B0604020202020204" pitchFamily="34" charset="0"/>
              </a:defRPr>
            </a:lvl3pPr>
            <a:lvl4pPr marL="1600200" indent="-228600" defTabSz="944563" eaLnBrk="0" hangingPunct="0">
              <a:defRPr b="1">
                <a:solidFill>
                  <a:schemeClr val="tx1"/>
                </a:solidFill>
                <a:latin typeface="Courier New" panose="02070309020205020404" pitchFamily="49" charset="0"/>
                <a:cs typeface="Arial" panose="020B0604020202020204" pitchFamily="34" charset="0"/>
              </a:defRPr>
            </a:lvl4pPr>
            <a:lvl5pPr marL="2057400" indent="-228600" defTabSz="944563" eaLnBrk="0" hangingPunct="0">
              <a:defRPr b="1">
                <a:solidFill>
                  <a:schemeClr val="tx1"/>
                </a:solidFill>
                <a:latin typeface="Courier New" panose="02070309020205020404" pitchFamily="49" charset="0"/>
                <a:cs typeface="Arial" panose="020B0604020202020204" pitchFamily="34" charset="0"/>
              </a:defRPr>
            </a:lvl5pPr>
            <a:lvl6pPr marL="2514600" indent="-228600" defTabSz="944563"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6pPr>
            <a:lvl7pPr marL="2971800" indent="-228600" defTabSz="944563"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7pPr>
            <a:lvl8pPr marL="3429000" indent="-228600" defTabSz="944563"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8pPr>
            <a:lvl9pPr marL="3886200" indent="-228600" defTabSz="944563"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9pPr>
          </a:lstStyle>
          <a:p>
            <a:pPr defTabSz="914400" fontAlgn="base" hangingPunct="0">
              <a:lnSpc>
                <a:spcPct val="90000"/>
              </a:lnSpc>
              <a:spcBef>
                <a:spcPts val="1000"/>
              </a:spcBef>
              <a:spcAft>
                <a:spcPct val="0"/>
              </a:spcAft>
              <a:buFont typeface="Arial" pitchFamily="34" charset="0"/>
              <a:buNone/>
            </a:pPr>
            <a:r>
              <a:rPr lang="ja-JP" altLang="en-US" sz="1200" b="1" dirty="0">
                <a:solidFill>
                  <a:srgbClr val="000000"/>
                </a:solidFill>
                <a:latin typeface="ＭＳ Ｐゴシック" panose="020B0600070205080204" pitchFamily="50" charset="-128"/>
                <a:ea typeface="ＭＳ Ｐゴシック" panose="020B0600070205080204" pitchFamily="50" charset="-128"/>
                <a:cs typeface="Arial" pitchFamily="34" charset="0"/>
              </a:rPr>
              <a:t>付録 </a:t>
            </a:r>
            <a:r>
              <a:rPr lang="en-US" altLang="ja-JP" sz="1200" b="1" dirty="0">
                <a:solidFill>
                  <a:srgbClr val="000000"/>
                </a:solidFill>
                <a:latin typeface="ＭＳ Ｐゴシック" panose="020B0600070205080204" pitchFamily="50" charset="-128"/>
                <a:ea typeface="ＭＳ Ｐゴシック" panose="020B0600070205080204" pitchFamily="50" charset="-128"/>
                <a:cs typeface="Arial" pitchFamily="34" charset="0"/>
              </a:rPr>
              <a:t>A: </a:t>
            </a:r>
            <a:r>
              <a:rPr lang="ja-JP" altLang="en-US" sz="1200" b="1" dirty="0">
                <a:solidFill>
                  <a:srgbClr val="000000"/>
                </a:solidFill>
                <a:latin typeface="ＭＳ Ｐゴシック" panose="020B0600070205080204" pitchFamily="50" charset="-128"/>
                <a:ea typeface="ＭＳ Ｐゴシック" panose="020B0600070205080204" pitchFamily="50" charset="-128"/>
                <a:cs typeface="Arial" pitchFamily="34" charset="0"/>
              </a:rPr>
              <a:t>演習</a:t>
            </a:r>
            <a:endParaRPr lang="en-US" altLang="en-US" sz="1200" b="1" dirty="0">
              <a:solidFill>
                <a:srgbClr val="000000"/>
              </a:solidFill>
              <a:latin typeface="ＭＳ Ｐゴシック" panose="020B0600070205080204" pitchFamily="50" charset="-128"/>
              <a:ea typeface="ＭＳ Ｐゴシック" panose="020B0600070205080204" pitchFamily="50" charset="-128"/>
              <a:cs typeface="Arial" pitchFamily="34" charset="0"/>
            </a:endParaRPr>
          </a:p>
        </p:txBody>
      </p:sp>
      <p:sp>
        <p:nvSpPr>
          <p:cNvPr id="3075" name="Line 30">
            <a:extLst>
              <a:ext uri="{FF2B5EF4-FFF2-40B4-BE49-F238E27FC236}">
                <a16:creationId xmlns:a16="http://schemas.microsoft.com/office/drawing/2014/main" id="{B97F0165-670A-4024-8CE9-8C7D80F8DB4F}"/>
              </a:ext>
            </a:extLst>
          </p:cNvPr>
          <p:cNvSpPr>
            <a:spLocks noChangeShapeType="1"/>
          </p:cNvSpPr>
          <p:nvPr/>
        </p:nvSpPr>
        <p:spPr bwMode="auto">
          <a:xfrm>
            <a:off x="0" y="227319"/>
            <a:ext cx="96012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latin typeface="Arial" panose="020B0604020202020204" pitchFamily="34" charset="0"/>
            </a:endParaRPr>
          </a:p>
        </p:txBody>
      </p:sp>
      <p:graphicFrame>
        <p:nvGraphicFramePr>
          <p:cNvPr id="3076" name="Object 35">
            <a:extLst>
              <a:ext uri="{FF2B5EF4-FFF2-40B4-BE49-F238E27FC236}">
                <a16:creationId xmlns:a16="http://schemas.microsoft.com/office/drawing/2014/main" id="{2638B95F-517A-4E3A-8344-0CA45DA3C3FC}"/>
              </a:ext>
            </a:extLst>
          </p:cNvPr>
          <p:cNvGraphicFramePr>
            <a:graphicFrameLocks noChangeAspect="1"/>
          </p:cNvGraphicFramePr>
          <p:nvPr/>
        </p:nvGraphicFramePr>
        <p:xfrm>
          <a:off x="5085253" y="3461049"/>
          <a:ext cx="169252" cy="165788"/>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3076" name="Object 35">
                        <a:extLst>
                          <a:ext uri="{FF2B5EF4-FFF2-40B4-BE49-F238E27FC236}">
                            <a16:creationId xmlns:a16="http://schemas.microsoft.com/office/drawing/2014/main" id="{2638B95F-517A-4E3A-8344-0CA45DA3C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5253" y="3461049"/>
                        <a:ext cx="169252" cy="16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7" name="Line 37">
            <a:extLst>
              <a:ext uri="{FF2B5EF4-FFF2-40B4-BE49-F238E27FC236}">
                <a16:creationId xmlns:a16="http://schemas.microsoft.com/office/drawing/2014/main" id="{3F4CACE2-CF3C-487F-B242-F2A5538B5AE5}"/>
              </a:ext>
            </a:extLst>
          </p:cNvPr>
          <p:cNvSpPr>
            <a:spLocks noChangeShapeType="1"/>
          </p:cNvSpPr>
          <p:nvPr/>
        </p:nvSpPr>
        <p:spPr bwMode="auto">
          <a:xfrm>
            <a:off x="0" y="7021225"/>
            <a:ext cx="9601200" cy="0"/>
          </a:xfrm>
          <a:prstGeom prst="line">
            <a:avLst/>
          </a:prstGeom>
          <a:noFill/>
          <a:ln w="127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en-US" dirty="0">
              <a:latin typeface="Arial" panose="020B0604020202020204" pitchFamily="34" charset="0"/>
            </a:endParaRPr>
          </a:p>
        </p:txBody>
      </p:sp>
      <p:sp>
        <p:nvSpPr>
          <p:cNvPr id="13318" name="Rectangle 40">
            <a:extLst>
              <a:ext uri="{FF2B5EF4-FFF2-40B4-BE49-F238E27FC236}">
                <a16:creationId xmlns:a16="http://schemas.microsoft.com/office/drawing/2014/main" id="{E03A51A2-081A-4CC2-AC1C-F483FD078364}"/>
              </a:ext>
            </a:extLst>
          </p:cNvPr>
          <p:cNvSpPr>
            <a:spLocks noChangeArrowheads="1"/>
          </p:cNvSpPr>
          <p:nvPr/>
        </p:nvSpPr>
        <p:spPr bwMode="auto">
          <a:xfrm>
            <a:off x="8904914" y="7044862"/>
            <a:ext cx="631663" cy="24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012" tIns="47506" rIns="95012" bIns="47506" anchor="b">
            <a:spAutoFit/>
          </a:bodyPr>
          <a:lstStyle>
            <a:lvl1pPr defTabSz="990600" eaLnBrk="0" hangingPunct="0">
              <a:defRPr b="1">
                <a:solidFill>
                  <a:schemeClr val="tx1"/>
                </a:solidFill>
                <a:latin typeface="Courier New" panose="02070309020205020404" pitchFamily="49" charset="0"/>
                <a:cs typeface="Arial" panose="020B0604020202020204" pitchFamily="34" charset="0"/>
              </a:defRPr>
            </a:lvl1pPr>
            <a:lvl2pPr marL="742950" indent="-285750" defTabSz="990600" eaLnBrk="0" hangingPunct="0">
              <a:defRPr b="1">
                <a:solidFill>
                  <a:schemeClr val="tx1"/>
                </a:solidFill>
                <a:latin typeface="Courier New" panose="02070309020205020404" pitchFamily="49" charset="0"/>
                <a:cs typeface="Arial" panose="020B0604020202020204" pitchFamily="34" charset="0"/>
              </a:defRPr>
            </a:lvl2pPr>
            <a:lvl3pPr marL="1143000" indent="-228600" defTabSz="990600" eaLnBrk="0" hangingPunct="0">
              <a:defRPr b="1">
                <a:solidFill>
                  <a:schemeClr val="tx1"/>
                </a:solidFill>
                <a:latin typeface="Courier New" panose="02070309020205020404" pitchFamily="49" charset="0"/>
                <a:cs typeface="Arial" panose="020B0604020202020204" pitchFamily="34" charset="0"/>
              </a:defRPr>
            </a:lvl3pPr>
            <a:lvl4pPr marL="1600200" indent="-228600" defTabSz="990600" eaLnBrk="0" hangingPunct="0">
              <a:defRPr b="1">
                <a:solidFill>
                  <a:schemeClr val="tx1"/>
                </a:solidFill>
                <a:latin typeface="Courier New" panose="02070309020205020404" pitchFamily="49" charset="0"/>
                <a:cs typeface="Arial" panose="020B0604020202020204" pitchFamily="34" charset="0"/>
              </a:defRPr>
            </a:lvl4pPr>
            <a:lvl5pPr marL="2057400" indent="-228600" defTabSz="990600" eaLnBrk="0" hangingPunct="0">
              <a:defRPr b="1">
                <a:solidFill>
                  <a:schemeClr val="tx1"/>
                </a:solidFill>
                <a:latin typeface="Courier New" panose="02070309020205020404" pitchFamily="49" charset="0"/>
                <a:cs typeface="Arial" panose="020B0604020202020204" pitchFamily="34" charset="0"/>
              </a:defRPr>
            </a:lvl5pPr>
            <a:lvl6pPr marL="25146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6pPr>
            <a:lvl7pPr marL="29718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7pPr>
            <a:lvl8pPr marL="34290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8pPr>
            <a:lvl9pPr marL="38862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9pPr>
          </a:lstStyle>
          <a:p>
            <a:pPr algn="r">
              <a:defRPr/>
            </a:pPr>
            <a:r>
              <a:rPr lang="en-US" altLang="en-US" sz="1000" b="1" dirty="0">
                <a:latin typeface="Arial" panose="020B0604020202020204" pitchFamily="34" charset="0"/>
                <a:cs typeface="Arial" panose="020B0604020202020204" pitchFamily="34" charset="0"/>
              </a:rPr>
              <a:t>Ex-</a:t>
            </a:r>
            <a:fld id="{CBB4743A-24AC-40AC-86CC-C6D91C7FDD70}" type="slidenum">
              <a:rPr lang="en-US" altLang="en-US" sz="1000" b="1" smtClean="0">
                <a:latin typeface="Arial" panose="020B0604020202020204" pitchFamily="34" charset="0"/>
                <a:cs typeface="Arial" panose="020B0604020202020204" pitchFamily="34" charset="0"/>
              </a:rPr>
              <a:pPr algn="r">
                <a:defRPr/>
              </a:pPr>
              <a:t>‹#›</a:t>
            </a:fld>
            <a:endParaRPr lang="en-US" altLang="en-US" sz="1000" b="1" dirty="0">
              <a:latin typeface="Arial" panose="020B0604020202020204" pitchFamily="34" charset="0"/>
              <a:cs typeface="Arial" panose="020B0604020202020204" pitchFamily="34" charset="0"/>
            </a:endParaRPr>
          </a:p>
        </p:txBody>
      </p:sp>
      <p:sp>
        <p:nvSpPr>
          <p:cNvPr id="13323" name="Text Box 41">
            <a:extLst>
              <a:ext uri="{FF2B5EF4-FFF2-40B4-BE49-F238E27FC236}">
                <a16:creationId xmlns:a16="http://schemas.microsoft.com/office/drawing/2014/main" id="{C5532AE1-CE65-4830-82E6-E591169A5309}"/>
              </a:ext>
            </a:extLst>
          </p:cNvPr>
          <p:cNvSpPr txBox="1">
            <a:spLocks noChangeArrowheads="1"/>
          </p:cNvSpPr>
          <p:nvPr/>
        </p:nvSpPr>
        <p:spPr bwMode="auto">
          <a:xfrm>
            <a:off x="89243" y="7029771"/>
            <a:ext cx="3137316" cy="20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lIns="91439" tIns="45719" rIns="91439" bIns="0">
            <a:spAutoFit/>
          </a:bodyPr>
          <a:lstStyle>
            <a:lvl1pPr defTabSz="950913">
              <a:defRPr b="1">
                <a:solidFill>
                  <a:schemeClr val="tx1"/>
                </a:solidFill>
                <a:latin typeface="Courier New" pitchFamily="49" charset="0"/>
              </a:defRPr>
            </a:lvl1pPr>
            <a:lvl2pPr marL="742950" indent="-285750" defTabSz="950913">
              <a:defRPr b="1">
                <a:solidFill>
                  <a:schemeClr val="tx1"/>
                </a:solidFill>
                <a:latin typeface="Courier New" pitchFamily="49" charset="0"/>
              </a:defRPr>
            </a:lvl2pPr>
            <a:lvl3pPr marL="1143000" indent="-228600" defTabSz="950913">
              <a:defRPr b="1">
                <a:solidFill>
                  <a:schemeClr val="tx1"/>
                </a:solidFill>
                <a:latin typeface="Courier New" pitchFamily="49" charset="0"/>
              </a:defRPr>
            </a:lvl3pPr>
            <a:lvl4pPr marL="1600200" indent="-228600" defTabSz="950913">
              <a:defRPr b="1">
                <a:solidFill>
                  <a:schemeClr val="tx1"/>
                </a:solidFill>
                <a:latin typeface="Courier New" pitchFamily="49" charset="0"/>
              </a:defRPr>
            </a:lvl4pPr>
            <a:lvl5pPr marL="2057400" indent="-228600" defTabSz="950913">
              <a:defRPr b="1">
                <a:solidFill>
                  <a:schemeClr val="tx1"/>
                </a:solidFill>
                <a:latin typeface="Courier New" pitchFamily="49" charset="0"/>
              </a:defRPr>
            </a:lvl5pPr>
            <a:lvl6pPr marL="2514600" indent="-228600" algn="ctr" defTabSz="950913" eaLnBrk="0" fontAlgn="base" hangingPunct="0">
              <a:spcBef>
                <a:spcPct val="0"/>
              </a:spcBef>
              <a:spcAft>
                <a:spcPct val="0"/>
              </a:spcAft>
              <a:defRPr b="1">
                <a:solidFill>
                  <a:schemeClr val="tx1"/>
                </a:solidFill>
                <a:latin typeface="Courier New" pitchFamily="49" charset="0"/>
              </a:defRPr>
            </a:lvl6pPr>
            <a:lvl7pPr marL="2971800" indent="-228600" algn="ctr" defTabSz="950913" eaLnBrk="0" fontAlgn="base" hangingPunct="0">
              <a:spcBef>
                <a:spcPct val="0"/>
              </a:spcBef>
              <a:spcAft>
                <a:spcPct val="0"/>
              </a:spcAft>
              <a:defRPr b="1">
                <a:solidFill>
                  <a:schemeClr val="tx1"/>
                </a:solidFill>
                <a:latin typeface="Courier New" pitchFamily="49" charset="0"/>
              </a:defRPr>
            </a:lvl7pPr>
            <a:lvl8pPr marL="3429000" indent="-228600" algn="ctr" defTabSz="950913" eaLnBrk="0" fontAlgn="base" hangingPunct="0">
              <a:spcBef>
                <a:spcPct val="0"/>
              </a:spcBef>
              <a:spcAft>
                <a:spcPct val="0"/>
              </a:spcAft>
              <a:defRPr b="1">
                <a:solidFill>
                  <a:schemeClr val="tx1"/>
                </a:solidFill>
                <a:latin typeface="Courier New" pitchFamily="49" charset="0"/>
              </a:defRPr>
            </a:lvl8pPr>
            <a:lvl9pPr marL="3886200" indent="-228600" algn="ctr" defTabSz="950913" eaLnBrk="0" fontAlgn="base" hangingPunct="0">
              <a:spcBef>
                <a:spcPct val="0"/>
              </a:spcBef>
              <a:spcAft>
                <a:spcPct val="0"/>
              </a:spcAft>
              <a:defRPr b="1">
                <a:solidFill>
                  <a:schemeClr val="tx1"/>
                </a:solidFill>
                <a:latin typeface="Courier New" pitchFamily="49" charset="0"/>
              </a:defRPr>
            </a:lvl9pPr>
          </a:lstStyle>
          <a:p>
            <a:pPr eaLnBrk="1" hangingPunct="1">
              <a:spcBef>
                <a:spcPct val="50000"/>
              </a:spcBef>
              <a:defRPr/>
            </a:pPr>
            <a:r>
              <a:rPr lang="en-US" sz="1000" b="1" dirty="0">
                <a:solidFill>
                  <a:srgbClr val="000000"/>
                </a:solidFill>
                <a:latin typeface="Arial" panose="020B0604020202020204" pitchFamily="34" charset="0"/>
                <a:ea typeface="Arial Unicode MS" pitchFamily="34" charset="-128"/>
                <a:cs typeface="Arial" panose="020B0604020202020204" pitchFamily="34" charset="0"/>
              </a:rPr>
              <a:t>© 202</a:t>
            </a:r>
            <a:r>
              <a:rPr lang="en-US" altLang="ja-JP" sz="1000" b="1" dirty="0">
                <a:solidFill>
                  <a:srgbClr val="000000"/>
                </a:solidFill>
                <a:latin typeface="Arial" panose="020B0604020202020204" pitchFamily="34" charset="0"/>
                <a:ea typeface="Arial Unicode MS" pitchFamily="34" charset="-128"/>
                <a:cs typeface="Arial" panose="020B0604020202020204" pitchFamily="34" charset="0"/>
              </a:rPr>
              <a:t>6</a:t>
            </a:r>
            <a:r>
              <a:rPr lang="en-US" sz="1000" b="1" dirty="0">
                <a:solidFill>
                  <a:srgbClr val="000000"/>
                </a:solidFill>
                <a:latin typeface="Arial" panose="020B0604020202020204" pitchFamily="34" charset="0"/>
                <a:ea typeface="Arial Unicode MS" pitchFamily="34" charset="-128"/>
                <a:cs typeface="Arial" panose="020B0604020202020204" pitchFamily="34" charset="0"/>
              </a:rPr>
              <a:t> by The MathWorks, Inc.</a:t>
            </a:r>
            <a:endParaRPr lang="en-US" sz="1000" b="1" dirty="0">
              <a:solidFill>
                <a:srgbClr val="000000"/>
              </a:solidFill>
              <a:latin typeface="Arial" panose="020B0604020202020204" pitchFamily="34" charset="0"/>
              <a:cs typeface="Arial" panose="020B0604020202020204" pitchFamily="34" charset="0"/>
            </a:endParaRPr>
          </a:p>
        </p:txBody>
      </p:sp>
      <p:sp>
        <p:nvSpPr>
          <p:cNvPr id="2" name="Notes Placeholder 1">
            <a:extLst>
              <a:ext uri="{FF2B5EF4-FFF2-40B4-BE49-F238E27FC236}">
                <a16:creationId xmlns:a16="http://schemas.microsoft.com/office/drawing/2014/main" id="{4B4FE34F-98C4-4052-A42D-0F761DE033CB}"/>
              </a:ext>
            </a:extLst>
          </p:cNvPr>
          <p:cNvSpPr>
            <a:spLocks noGrp="1"/>
          </p:cNvSpPr>
          <p:nvPr>
            <p:ph type="body" sz="quarter" idx="3"/>
          </p:nvPr>
        </p:nvSpPr>
        <p:spPr>
          <a:xfrm>
            <a:off x="89242" y="293974"/>
            <a:ext cx="9447335" cy="6713576"/>
          </a:xfrm>
          <a:prstGeom prst="rect">
            <a:avLst/>
          </a:prstGeom>
        </p:spPr>
        <p:txBody>
          <a:bodyPr vert="horz" lIns="91440" tIns="45720" rIns="91440" bIns="45720" rtlCol="0"/>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0"/>
            <a:r>
              <a:rPr lang="en-US" dirty="0"/>
              <a:t>Fifth level</a:t>
            </a:r>
          </a:p>
        </p:txBody>
      </p:sp>
      <p:sp>
        <p:nvSpPr>
          <p:cNvPr id="9" name="Slide Image Placeholder 8">
            <a:extLst>
              <a:ext uri="{FF2B5EF4-FFF2-40B4-BE49-F238E27FC236}">
                <a16:creationId xmlns:a16="http://schemas.microsoft.com/office/drawing/2014/main" id="{3B6CB0B7-A937-47A1-8DC8-A873FBD6463A}"/>
              </a:ext>
            </a:extLst>
          </p:cNvPr>
          <p:cNvSpPr>
            <a:spLocks noGrp="1" noRot="1" noChangeAspect="1"/>
          </p:cNvSpPr>
          <p:nvPr>
            <p:ph type="sldImg" idx="2"/>
          </p:nvPr>
        </p:nvSpPr>
        <p:spPr>
          <a:xfrm>
            <a:off x="9194800" y="120650"/>
            <a:ext cx="0" cy="0"/>
          </a:xfrm>
          <a:prstGeom prst="rect">
            <a:avLst/>
          </a:prstGeom>
          <a:noFill/>
          <a:ln w="12700">
            <a:noFill/>
          </a:ln>
        </p:spPr>
        <p:txBody>
          <a:bodyPr vert="horz" lIns="91440" tIns="45720" rIns="91440" bIns="45720" rtlCol="0" anchor="ctr"/>
          <a:lstStyle/>
          <a:p>
            <a:endParaRPr lang="en-US"/>
          </a:p>
        </p:txBody>
      </p:sp>
      <p:sp>
        <p:nvSpPr>
          <p:cNvPr id="10" name="Rectangle 40">
            <a:extLst>
              <a:ext uri="{FF2B5EF4-FFF2-40B4-BE49-F238E27FC236}">
                <a16:creationId xmlns:a16="http://schemas.microsoft.com/office/drawing/2014/main" id="{D1C015DC-D21F-4449-907A-A54203F00034}"/>
              </a:ext>
            </a:extLst>
          </p:cNvPr>
          <p:cNvSpPr>
            <a:spLocks noChangeArrowheads="1"/>
          </p:cNvSpPr>
          <p:nvPr/>
        </p:nvSpPr>
        <p:spPr bwMode="auto">
          <a:xfrm>
            <a:off x="5603358" y="7045607"/>
            <a:ext cx="3434398" cy="24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012" tIns="47506" rIns="95012" bIns="47506" anchor="b">
            <a:spAutoFit/>
          </a:bodyPr>
          <a:lstStyle>
            <a:lvl1pPr defTabSz="990600" eaLnBrk="0" hangingPunct="0">
              <a:defRPr b="1">
                <a:solidFill>
                  <a:schemeClr val="tx1"/>
                </a:solidFill>
                <a:latin typeface="Courier New" panose="02070309020205020404" pitchFamily="49" charset="0"/>
                <a:cs typeface="Arial" panose="020B0604020202020204" pitchFamily="34" charset="0"/>
              </a:defRPr>
            </a:lvl1pPr>
            <a:lvl2pPr marL="742950" indent="-285750" defTabSz="990600" eaLnBrk="0" hangingPunct="0">
              <a:defRPr b="1">
                <a:solidFill>
                  <a:schemeClr val="tx1"/>
                </a:solidFill>
                <a:latin typeface="Courier New" panose="02070309020205020404" pitchFamily="49" charset="0"/>
                <a:cs typeface="Arial" panose="020B0604020202020204" pitchFamily="34" charset="0"/>
              </a:defRPr>
            </a:lvl2pPr>
            <a:lvl3pPr marL="1143000" indent="-228600" defTabSz="990600" eaLnBrk="0" hangingPunct="0">
              <a:defRPr b="1">
                <a:solidFill>
                  <a:schemeClr val="tx1"/>
                </a:solidFill>
                <a:latin typeface="Courier New" panose="02070309020205020404" pitchFamily="49" charset="0"/>
                <a:cs typeface="Arial" panose="020B0604020202020204" pitchFamily="34" charset="0"/>
              </a:defRPr>
            </a:lvl3pPr>
            <a:lvl4pPr marL="1600200" indent="-228600" defTabSz="990600" eaLnBrk="0" hangingPunct="0">
              <a:defRPr b="1">
                <a:solidFill>
                  <a:schemeClr val="tx1"/>
                </a:solidFill>
                <a:latin typeface="Courier New" panose="02070309020205020404" pitchFamily="49" charset="0"/>
                <a:cs typeface="Arial" panose="020B0604020202020204" pitchFamily="34" charset="0"/>
              </a:defRPr>
            </a:lvl4pPr>
            <a:lvl5pPr marL="2057400" indent="-228600" defTabSz="990600" eaLnBrk="0" hangingPunct="0">
              <a:defRPr b="1">
                <a:solidFill>
                  <a:schemeClr val="tx1"/>
                </a:solidFill>
                <a:latin typeface="Courier New" panose="02070309020205020404" pitchFamily="49" charset="0"/>
                <a:cs typeface="Arial" panose="020B0604020202020204" pitchFamily="34" charset="0"/>
              </a:defRPr>
            </a:lvl5pPr>
            <a:lvl6pPr marL="25146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6pPr>
            <a:lvl7pPr marL="29718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7pPr>
            <a:lvl8pPr marL="34290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8pPr>
            <a:lvl9pPr marL="3886200" indent="-228600" defTabSz="990600" eaLnBrk="0" fontAlgn="base" hangingPunct="0">
              <a:spcBef>
                <a:spcPct val="0"/>
              </a:spcBef>
              <a:spcAft>
                <a:spcPct val="0"/>
              </a:spcAft>
              <a:defRPr b="1">
                <a:solidFill>
                  <a:schemeClr val="tx1"/>
                </a:solidFill>
                <a:latin typeface="Courier New" panose="02070309020205020404" pitchFamily="49" charset="0"/>
                <a:cs typeface="Arial" panose="020B0604020202020204" pitchFamily="34" charset="0"/>
              </a:defRPr>
            </a:lvl9pPr>
          </a:lstStyle>
          <a:p>
            <a:pPr algn="r" rtl="0"/>
            <a:r>
              <a:rPr lang="en-US" altLang="ja-JP" sz="1000" b="0" i="0" u="none" strike="noStrike" baseline="0" dirty="0">
                <a:latin typeface="ArialMT"/>
              </a:rPr>
              <a:t>System Composer</a:t>
            </a:r>
            <a:r>
              <a:rPr lang="ja-JP" altLang="en-US" sz="400" b="0" i="0" u="none" strike="noStrike" baseline="0" dirty="0">
                <a:latin typeface="ArialMT"/>
              </a:rPr>
              <a:t>™ </a:t>
            </a:r>
            <a:r>
              <a:rPr lang="ja-JP" altLang="en-US" sz="1000" b="0" i="0" u="none" strike="noStrike" baseline="0" dirty="0">
                <a:latin typeface="KozGoPro-Medium"/>
              </a:rPr>
              <a:t>によるアーキテクチャ モデリング</a:t>
            </a:r>
            <a:endParaRPr lang="ja-JP" altLang="en-US" sz="1000" b="1" i="0" u="none" baseline="0" dirty="0">
              <a:latin typeface="Arial" panose="020B0604020202020204" pitchFamily="34" charset="0"/>
              <a:ea typeface="ＭＳ Ｐゴシック" panose="020B0600070205080204" pitchFamily="50" charset="-128"/>
            </a:endParaRPr>
          </a:p>
        </p:txBody>
      </p:sp>
    </p:spTree>
  </p:cSld>
  <p:clrMap bg1="lt1" tx1="dk1" bg2="lt2" tx2="dk2" accent1="accent1" accent2="accent2" accent3="accent3" accent4="accent4" accent5="accent5" accent6="accent6" hlink="hlink" folHlink="folHlink"/>
  <p:hf sldNum="0" hdr="0" ftr="0" dt="0"/>
  <p:notes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image" Target="../media/image16.png"/><Relationship Id="rId4" Type="http://schemas.openxmlformats.org/officeDocument/2006/relationships/image" Target="../media/image15.png"/></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D70F-84AC-D9FE-CE73-5EC777825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0C750-83B2-856B-3D80-A15DDF0C0A89}"/>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26A5E558-5C5F-C769-7CEB-F4D146EB9135}"/>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en-US" altLang="ja-JP" sz="2000" dirty="0" err="1">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SysML</a:t>
            </a:r>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モデルのインポートと実行</a:t>
            </a:r>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endParaRPr lang="en-US" altLang="ja" b="0" dirty="0">
              <a:solidFill>
                <a:srgbClr val="000000"/>
              </a:solidFill>
              <a:ea typeface="ＭＳ Ｐゴシック" panose="020B0600070205080204" pitchFamily="50" charset="-128"/>
            </a:endParaRPr>
          </a:p>
          <a:p>
            <a:pPr>
              <a:buNone/>
            </a:pPr>
            <a:r>
              <a:rPr lang="en-US" b="1" dirty="0">
                <a:latin typeface="ＭＳ Ｐゴシック" panose="020B0600070205080204" pitchFamily="50" charset="-128"/>
                <a:ea typeface="ＭＳ Ｐゴシック" panose="020B0600070205080204" pitchFamily="50" charset="-128"/>
              </a:rPr>
              <a:t>1. </a:t>
            </a:r>
            <a:r>
              <a:rPr lang="en-US" b="1" dirty="0" err="1">
                <a:latin typeface="ＭＳ Ｐゴシック" panose="020B0600070205080204" pitchFamily="50" charset="-128"/>
                <a:ea typeface="ＭＳ Ｐゴシック" panose="020B0600070205080204" pitchFamily="50" charset="-128"/>
              </a:rPr>
              <a:t>XMIからのインポート</a:t>
            </a:r>
            <a:endParaRPr lang="en-US" b="1"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1.</a:t>
            </a:r>
            <a:r>
              <a:rPr lang="en-US" b="0" dirty="0">
                <a:latin typeface="ＭＳ Ｐゴシック" panose="020B0600070205080204" pitchFamily="50" charset="-128"/>
                <a:ea typeface="ＭＳ Ｐゴシック" panose="020B0600070205080204" pitchFamily="50" charset="-128"/>
              </a:rPr>
              <a:t>MATLABの「アプリ」タブから 「</a:t>
            </a:r>
            <a:r>
              <a:rPr lang="en-US" b="0" dirty="0" err="1">
                <a:latin typeface="ＭＳ Ｐゴシック" panose="020B0600070205080204" pitchFamily="50" charset="-128"/>
                <a:ea typeface="ＭＳ Ｐゴシック" panose="020B0600070205080204" pitchFamily="50" charset="-128"/>
              </a:rPr>
              <a:t>SysMLコネクタ</a:t>
            </a:r>
            <a:r>
              <a:rPr lang="en-US" b="0" dirty="0">
                <a:latin typeface="ＭＳ Ｐゴシック" panose="020B0600070205080204" pitchFamily="50" charset="-128"/>
                <a:ea typeface="ＭＳ Ｐゴシック" panose="020B0600070205080204" pitchFamily="50" charset="-128"/>
              </a:rPr>
              <a:t>」 を</a:t>
            </a: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選択します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2.</a:t>
            </a:r>
            <a:r>
              <a:rPr lang="ja-JP" altLang="en-US" b="0" dirty="0">
                <a:latin typeface="ＭＳ Ｐゴシック" panose="020B0600070205080204" pitchFamily="50" charset="-128"/>
                <a:ea typeface="ＭＳ Ｐゴシック" panose="020B0600070205080204" pitchFamily="50" charset="-128"/>
              </a:rPr>
              <a:t>に</a:t>
            </a:r>
            <a:r>
              <a:rPr lang="en-US" b="0" dirty="0" err="1">
                <a:latin typeface="ＭＳ Ｐゴシック" panose="020B0600070205080204" pitchFamily="50" charset="-128"/>
                <a:ea typeface="ＭＳ Ｐゴシック" panose="020B0600070205080204" pitchFamily="50" charset="-128"/>
                <a:cs typeface="Arial" panose="020B0604020202020204" pitchFamily="34" charset="0"/>
              </a:rPr>
              <a:t>SystemModels</a:t>
            </a:r>
            <a:r>
              <a:rPr lang="en-US" b="0" dirty="0">
                <a:latin typeface="ＭＳ Ｐゴシック" panose="020B0600070205080204" pitchFamily="50" charset="-128"/>
                <a:ea typeface="ＭＳ Ｐゴシック" panose="020B0600070205080204" pitchFamily="50" charset="-128"/>
                <a:cs typeface="Arial" panose="020B0604020202020204" pitchFamily="34" charset="0"/>
              </a:rPr>
              <a:t>/ElectricThrottleControlSysMLModel.xml </a:t>
            </a:r>
            <a:r>
              <a:rPr lang="en-US" b="0" dirty="0">
                <a:latin typeface="ＭＳ Ｐゴシック" panose="020B0600070205080204" pitchFamily="50" charset="-128"/>
                <a:ea typeface="ＭＳ Ｐゴシック" panose="020B0600070205080204" pitchFamily="50" charset="-128"/>
              </a:rPr>
              <a:t>を</a:t>
            </a:r>
          </a:p>
          <a:p>
            <a:pPr lvl="0"/>
            <a:r>
              <a:rPr lang="ja-JP" altLang="en-US" b="0" dirty="0">
                <a:latin typeface="ＭＳ Ｐゴシック" panose="020B0600070205080204" pitchFamily="50" charset="-128"/>
                <a:ea typeface="ＭＳ Ｐゴシック" panose="020B0600070205080204" pitchFamily="50" charset="-128"/>
              </a:rPr>
              <a:t>　　ソースに</a:t>
            </a:r>
            <a:r>
              <a:rPr lang="en-US" b="0" dirty="0" err="1">
                <a:latin typeface="ＭＳ Ｐゴシック" panose="020B0600070205080204" pitchFamily="50" charset="-128"/>
                <a:ea typeface="ＭＳ Ｐゴシック" panose="020B0600070205080204" pitchFamily="50" charset="-128"/>
              </a:rPr>
              <a:t>指定します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3.</a:t>
            </a:r>
            <a:r>
              <a:rPr lang="en-US" b="0" dirty="0">
                <a:latin typeface="ＭＳ Ｐゴシック" panose="020B0600070205080204" pitchFamily="50" charset="-128"/>
                <a:ea typeface="ＭＳ Ｐゴシック" panose="020B0600070205080204" pitchFamily="50" charset="-128"/>
              </a:rPr>
              <a:t>「出力ディレクトリ」を</a:t>
            </a:r>
            <a:r>
              <a:rPr lang="ja-JP" altLang="en-US" b="0" dirty="0">
                <a:latin typeface="ＭＳ Ｐゴシック" panose="020B0600070205080204" pitchFamily="50" charset="-128"/>
                <a:ea typeface="ＭＳ Ｐゴシック" panose="020B0600070205080204" pitchFamily="50" charset="-128"/>
              </a:rPr>
              <a:t>指定</a:t>
            </a:r>
            <a:r>
              <a:rPr lang="en-US" b="0" dirty="0" err="1">
                <a:latin typeface="ＭＳ Ｐゴシック" panose="020B0600070205080204" pitchFamily="50" charset="-128"/>
                <a:ea typeface="ＭＳ Ｐゴシック" panose="020B0600070205080204" pitchFamily="50" charset="-128"/>
              </a:rPr>
              <a:t>します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4.</a:t>
            </a:r>
            <a:r>
              <a:rPr lang="en-US" b="0" dirty="0">
                <a:latin typeface="ＭＳ Ｐゴシック" panose="020B0600070205080204" pitchFamily="50" charset="-128"/>
                <a:ea typeface="ＭＳ Ｐゴシック" panose="020B0600070205080204" pitchFamily="50" charset="-128"/>
              </a:rPr>
              <a:t>「インポート」 </a:t>
            </a:r>
            <a:r>
              <a:rPr lang="en-US" b="0" dirty="0" err="1">
                <a:latin typeface="ＭＳ Ｐゴシック" panose="020B0600070205080204" pitchFamily="50" charset="-128"/>
                <a:ea typeface="ＭＳ Ｐゴシック" panose="020B0600070205080204" pitchFamily="50" charset="-128"/>
              </a:rPr>
              <a:t>ボタンをクリックします</a:t>
            </a:r>
            <a:r>
              <a:rPr lang="en-US" b="0" dirty="0">
                <a:latin typeface="ＭＳ Ｐゴシック" panose="020B0600070205080204" pitchFamily="50" charset="-128"/>
                <a:ea typeface="ＭＳ Ｐゴシック" panose="020B0600070205080204" pitchFamily="50" charset="-128"/>
              </a:rPr>
              <a:t>。</a:t>
            </a:r>
          </a:p>
          <a:p>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5.</a:t>
            </a:r>
            <a:r>
              <a:rPr lang="ja-JP" altLang="en-US" b="0" dirty="0">
                <a:solidFill>
                  <a:srgbClr val="000000"/>
                </a:solidFill>
                <a:ea typeface="ＭＳ Ｐゴシック" panose="020B0600070205080204" pitchFamily="50" charset="-128"/>
              </a:rPr>
              <a:t> インポートしたアーキテクチャモデルを確認します。</a:t>
            </a:r>
            <a:endParaRPr lang="en-US" altLang="ja" b="0" dirty="0">
              <a:solidFill>
                <a:srgbClr val="000000"/>
              </a:solidFill>
              <a:ea typeface="ＭＳ Ｐゴシック" panose="020B0600070205080204" pitchFamily="50" charset="-128"/>
            </a:endParaRPr>
          </a:p>
          <a:p>
            <a:pPr marL="228600" lvl="0" indent="-228600">
              <a:buFont typeface="+mj-lt"/>
              <a:buAutoNum type="arabicPeriod"/>
            </a:pPr>
            <a:endParaRPr lang="en-US" dirty="0"/>
          </a:p>
          <a:p>
            <a:r>
              <a:rPr lang="en-US" dirty="0">
                <a:latin typeface="ＭＳ Ｐゴシック" panose="020B0600070205080204" pitchFamily="50" charset="-128"/>
                <a:ea typeface="ＭＳ Ｐゴシック" panose="020B0600070205080204" pitchFamily="50" charset="-128"/>
              </a:rPr>
              <a:t>2. </a:t>
            </a:r>
            <a:r>
              <a:rPr lang="en-US" dirty="0" err="1">
                <a:latin typeface="ＭＳ Ｐゴシック" panose="020B0600070205080204" pitchFamily="50" charset="-128"/>
                <a:ea typeface="ＭＳ Ｐゴシック" panose="020B0600070205080204" pitchFamily="50" charset="-128"/>
              </a:rPr>
              <a:t>モデルの実行とテスト</a:t>
            </a:r>
            <a:endParaRPr lang="en-US"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lang="en-US" dirty="0" err="1">
                <a:latin typeface="ＭＳ Ｐゴシック" panose="020B0600070205080204" pitchFamily="50" charset="-128"/>
                <a:ea typeface="ＭＳ Ｐゴシック" panose="020B0600070205080204" pitchFamily="50" charset="-128"/>
              </a:rPr>
              <a:t>モデルの実行</a:t>
            </a:r>
            <a:r>
              <a:rPr lang="ja-JP" altLang="en-US" dirty="0">
                <a:latin typeface="ＭＳ Ｐゴシック" panose="020B0600070205080204" pitchFamily="50" charset="-128"/>
                <a:ea typeface="ＭＳ Ｐゴシック" panose="020B0600070205080204" pitchFamily="50" charset="-128"/>
              </a:rPr>
              <a:t>：</a:t>
            </a:r>
            <a:endParaRPr lang="en-US"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1.</a:t>
            </a:r>
            <a:r>
              <a:rPr lang="en-US" b="0" dirty="0">
                <a:latin typeface="ＭＳ Ｐゴシック" panose="020B0600070205080204" pitchFamily="50" charset="-128"/>
                <a:ea typeface="ＭＳ Ｐゴシック" panose="020B0600070205080204" pitchFamily="50" charset="-128"/>
              </a:rPr>
              <a:t>SysMLArchModel/</a:t>
            </a:r>
            <a:r>
              <a:rPr lang="en-US" b="0" dirty="0" err="1">
                <a:latin typeface="ＭＳ Ｐゴシック" panose="020B0600070205080204" pitchFamily="50" charset="-128"/>
                <a:ea typeface="ＭＳ Ｐゴシック" panose="020B0600070205080204" pitchFamily="50" charset="-128"/>
              </a:rPr>
              <a:t>SysMLArchModel.prj</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2.</a:t>
            </a:r>
            <a:r>
              <a:rPr lang="en-US" b="0" dirty="0">
                <a:latin typeface="ＭＳ Ｐゴシック" panose="020B0600070205080204" pitchFamily="50" charset="-128"/>
                <a:ea typeface="ＭＳ Ｐゴシック" panose="020B0600070205080204" pitchFamily="50" charset="-128"/>
              </a:rPr>
              <a:t>プロジェクト内の </a:t>
            </a:r>
            <a:r>
              <a:rPr lang="en-US" b="0" dirty="0" err="1">
                <a:latin typeface="ＭＳ Ｐゴシック" panose="020B0600070205080204" pitchFamily="50" charset="-128"/>
                <a:ea typeface="ＭＳ Ｐゴシック" panose="020B0600070205080204" pitchFamily="50" charset="-128"/>
              </a:rPr>
              <a:t>ElectricThrottleControl.slx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3.</a:t>
            </a:r>
            <a:r>
              <a:rPr lang="en-US" b="0" dirty="0">
                <a:latin typeface="ＭＳ Ｐゴシック" panose="020B0600070205080204" pitchFamily="50" charset="-128"/>
                <a:ea typeface="ＭＳ Ｐゴシック" panose="020B0600070205080204" pitchFamily="50" charset="-128"/>
              </a:rPr>
              <a:t>シミュレーションを実行し</a:t>
            </a:r>
            <a:r>
              <a:rPr lang="ja-JP" altLang="en-US" b="0" dirty="0">
                <a:latin typeface="ＭＳ Ｐゴシック" panose="020B0600070205080204" pitchFamily="50" charset="-128"/>
                <a:ea typeface="ＭＳ Ｐゴシック" panose="020B0600070205080204" pitchFamily="50" charset="-128"/>
              </a:rPr>
              <a:t>、データインスペクター上から波形を</a:t>
            </a:r>
            <a:endParaRPr lang="en-US" altLang="ja-JP"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確認し</a:t>
            </a:r>
            <a:r>
              <a:rPr lang="en-US" b="0" dirty="0" err="1">
                <a:latin typeface="ＭＳ Ｐゴシック" panose="020B0600070205080204" pitchFamily="50" charset="-128"/>
                <a:ea typeface="ＭＳ Ｐゴシック" panose="020B0600070205080204" pitchFamily="50" charset="-128"/>
              </a:rPr>
              <a:t>ます</a:t>
            </a:r>
            <a:r>
              <a:rPr lang="en-US" b="0" dirty="0">
                <a:latin typeface="ＭＳ Ｐゴシック" panose="020B0600070205080204" pitchFamily="50" charset="-128"/>
                <a:ea typeface="ＭＳ Ｐゴシック" panose="020B0600070205080204" pitchFamily="50" charset="-128"/>
              </a:rPr>
              <a:t>。</a:t>
            </a:r>
          </a:p>
          <a:p>
            <a:r>
              <a:rPr lang="ja-JP" altLang="en-US" dirty="0">
                <a:latin typeface="ＭＳ Ｐゴシック" panose="020B0600070205080204" pitchFamily="50" charset="-128"/>
                <a:ea typeface="ＭＳ Ｐゴシック" panose="020B0600070205080204" pitchFamily="50" charset="-128"/>
              </a:rPr>
              <a:t>　</a:t>
            </a:r>
            <a:r>
              <a:rPr lang="en-US" dirty="0" err="1">
                <a:latin typeface="ＭＳ Ｐゴシック" panose="020B0600070205080204" pitchFamily="50" charset="-128"/>
                <a:ea typeface="ＭＳ Ｐゴシック" panose="020B0600070205080204" pitchFamily="50" charset="-128"/>
              </a:rPr>
              <a:t>テストの実行</a:t>
            </a:r>
            <a:r>
              <a:rPr lang="ja-JP" altLang="en-US" dirty="0">
                <a:latin typeface="ＭＳ Ｐゴシック" panose="020B0600070205080204" pitchFamily="50" charset="-128"/>
                <a:ea typeface="ＭＳ Ｐゴシック" panose="020B0600070205080204" pitchFamily="50" charset="-128"/>
              </a:rPr>
              <a:t>：</a:t>
            </a:r>
            <a:endParaRPr lang="en-US"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1.</a:t>
            </a:r>
            <a:r>
              <a:rPr lang="en-US" b="0" dirty="0">
                <a:latin typeface="ＭＳ Ｐゴシック" panose="020B0600070205080204" pitchFamily="50" charset="-128"/>
                <a:ea typeface="ＭＳ Ｐゴシック" panose="020B0600070205080204" pitchFamily="50" charset="-128"/>
              </a:rPr>
              <a:t>プロジェクト内の </a:t>
            </a:r>
            <a:r>
              <a:rPr lang="en-US" b="0" dirty="0" err="1">
                <a:latin typeface="ＭＳ Ｐゴシック" panose="020B0600070205080204" pitchFamily="50" charset="-128"/>
                <a:ea typeface="ＭＳ Ｐゴシック" panose="020B0600070205080204" pitchFamily="50" charset="-128"/>
              </a:rPr>
              <a:t>TestFile</a:t>
            </a:r>
            <a:r>
              <a:rPr lang="en-US" b="0" dirty="0">
                <a:latin typeface="ＭＳ Ｐゴシック" panose="020B0600070205080204" pitchFamily="50" charset="-128"/>
                <a:ea typeface="ＭＳ Ｐゴシック" panose="020B0600070205080204" pitchFamily="50" charset="-128"/>
              </a:rPr>
              <a:t>/</a:t>
            </a:r>
            <a:r>
              <a:rPr lang="en-US" b="0" dirty="0" err="1">
                <a:latin typeface="ＭＳ Ｐゴシック" panose="020B0600070205080204" pitchFamily="50" charset="-128"/>
                <a:ea typeface="ＭＳ Ｐゴシック" panose="020B0600070205080204" pitchFamily="50" charset="-128"/>
              </a:rPr>
              <a:t>TestManagerFile.mldatx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altLang="ja-JP" b="0" dirty="0">
                <a:latin typeface="ＭＳ Ｐゴシック" panose="020B0600070205080204" pitchFamily="50" charset="-128"/>
                <a:ea typeface="ＭＳ Ｐゴシック" panose="020B0600070205080204" pitchFamily="50" charset="-128"/>
              </a:rPr>
              <a:t>2.</a:t>
            </a:r>
            <a:r>
              <a:rPr lang="en-US" b="0" dirty="0">
                <a:latin typeface="ＭＳ Ｐゴシック" panose="020B0600070205080204" pitchFamily="50" charset="-128"/>
                <a:ea typeface="ＭＳ Ｐゴシック" panose="020B0600070205080204" pitchFamily="50" charset="-128"/>
              </a:rPr>
              <a:t>テストブラウザーにてテストケース</a:t>
            </a:r>
            <a:r>
              <a:rPr lang="ja-JP" altLang="en-US" b="0" dirty="0">
                <a:latin typeface="ＭＳ Ｐゴシック" panose="020B0600070205080204" pitchFamily="50" charset="-128"/>
                <a:ea typeface="ＭＳ Ｐゴシック" panose="020B0600070205080204" pitchFamily="50" charset="-128"/>
              </a:rPr>
              <a:t>の実行し、</a:t>
            </a:r>
            <a:r>
              <a:rPr lang="en-US" b="0" dirty="0" err="1">
                <a:latin typeface="ＭＳ Ｐゴシック" panose="020B0600070205080204" pitchFamily="50" charset="-128"/>
                <a:ea typeface="ＭＳ Ｐゴシック" panose="020B0600070205080204" pitchFamily="50" charset="-128"/>
              </a:rPr>
              <a:t>テスト結果</a:t>
            </a:r>
            <a:r>
              <a:rPr lang="ja-JP" altLang="en-US" b="0" dirty="0">
                <a:latin typeface="ＭＳ Ｐゴシック" panose="020B0600070205080204" pitchFamily="50" charset="-128"/>
                <a:ea typeface="ＭＳ Ｐゴシック" panose="020B0600070205080204" pitchFamily="50" charset="-128"/>
              </a:rPr>
              <a:t>を確認し</a:t>
            </a:r>
            <a:endParaRPr lang="en-US" altLang="ja-JP"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ます。</a:t>
            </a:r>
            <a:endParaRPr lang="en-US" b="0" dirty="0">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p:txBody>
      </p:sp>
      <p:sp>
        <p:nvSpPr>
          <p:cNvPr id="4" name="Text Box 4">
            <a:extLst>
              <a:ext uri="{FF2B5EF4-FFF2-40B4-BE49-F238E27FC236}">
                <a16:creationId xmlns:a16="http://schemas.microsoft.com/office/drawing/2014/main" id="{21021064-3A73-EF82-48D1-4CBAADB0EC10}"/>
              </a:ext>
            </a:extLst>
          </p:cNvPr>
          <p:cNvSpPr txBox="1">
            <a:spLocks noChangeArrowheads="1"/>
          </p:cNvSpPr>
          <p:nvPr/>
        </p:nvSpPr>
        <p:spPr bwMode="auto">
          <a:xfrm>
            <a:off x="5022166" y="337063"/>
            <a:ext cx="4431323" cy="1865126"/>
          </a:xfrm>
          <a:prstGeom prst="rect">
            <a:avLst/>
          </a:prstGeom>
          <a:solidFill>
            <a:srgbClr val="DBF0FC"/>
          </a:solidFill>
          <a:ln w="6350">
            <a:solidFill>
              <a:schemeClr val="tx1"/>
            </a:solidFill>
          </a:ln>
          <a:effectLst>
            <a:outerShdw blurRad="25400" dist="25400" dir="2700000" algn="tl">
              <a:prstClr val="black">
                <a:alpha val="20000"/>
              </a:prstClr>
            </a:outerShdw>
          </a:effectLst>
        </p:spPr>
        <p:txBody>
          <a:bodyPr wrap="square" lIns="64008" tIns="64008" rIns="64008" bIns="91440">
            <a:spAutoFit/>
          </a:bodyPr>
          <a:lstStyle>
            <a:lvl1pPr defTabSz="915988" eaLnBrk="0" hangingPunct="0">
              <a:defRPr b="1">
                <a:solidFill>
                  <a:schemeClr val="tx1"/>
                </a:solidFill>
                <a:latin typeface="Courier New" pitchFamily="49" charset="0"/>
                <a:cs typeface="Arial" pitchFamily="34" charset="0"/>
              </a:defRPr>
            </a:lvl1pPr>
            <a:lvl2pPr marL="742950" indent="-285750" defTabSz="915988" eaLnBrk="0" hangingPunct="0">
              <a:defRPr b="1">
                <a:solidFill>
                  <a:schemeClr val="tx1"/>
                </a:solidFill>
                <a:latin typeface="Courier New" pitchFamily="49" charset="0"/>
                <a:cs typeface="Arial" pitchFamily="34" charset="0"/>
              </a:defRPr>
            </a:lvl2pPr>
            <a:lvl3pPr marL="1143000" indent="-228600" defTabSz="915988" eaLnBrk="0" hangingPunct="0">
              <a:defRPr b="1">
                <a:solidFill>
                  <a:schemeClr val="tx1"/>
                </a:solidFill>
                <a:latin typeface="Courier New" pitchFamily="49" charset="0"/>
                <a:cs typeface="Arial" pitchFamily="34" charset="0"/>
              </a:defRPr>
            </a:lvl3pPr>
            <a:lvl4pPr marL="1600200" indent="-228600" defTabSz="915988" eaLnBrk="0" hangingPunct="0">
              <a:defRPr b="1">
                <a:solidFill>
                  <a:schemeClr val="tx1"/>
                </a:solidFill>
                <a:latin typeface="Courier New" pitchFamily="49" charset="0"/>
                <a:cs typeface="Arial" pitchFamily="34" charset="0"/>
              </a:defRPr>
            </a:lvl4pPr>
            <a:lvl5pPr marL="2057400" indent="-228600" defTabSz="915988" eaLnBrk="0" hangingPunct="0">
              <a:defRPr b="1">
                <a:solidFill>
                  <a:schemeClr val="tx1"/>
                </a:solidFill>
                <a:latin typeface="Courier New" pitchFamily="49" charset="0"/>
                <a:cs typeface="Arial" pitchFamily="34" charset="0"/>
              </a:defRPr>
            </a:lvl5pPr>
            <a:lvl6pPr marL="2514600" indent="-228600" defTabSz="915988" eaLnBrk="0" fontAlgn="base" hangingPunct="0">
              <a:spcBef>
                <a:spcPct val="0"/>
              </a:spcBef>
              <a:spcAft>
                <a:spcPct val="0"/>
              </a:spcAft>
              <a:defRPr b="1">
                <a:solidFill>
                  <a:schemeClr val="tx1"/>
                </a:solidFill>
                <a:latin typeface="Courier New" pitchFamily="49" charset="0"/>
                <a:cs typeface="Arial" pitchFamily="34" charset="0"/>
              </a:defRPr>
            </a:lvl6pPr>
            <a:lvl7pPr marL="2971800" indent="-228600" defTabSz="915988" eaLnBrk="0" fontAlgn="base" hangingPunct="0">
              <a:spcBef>
                <a:spcPct val="0"/>
              </a:spcBef>
              <a:spcAft>
                <a:spcPct val="0"/>
              </a:spcAft>
              <a:defRPr b="1">
                <a:solidFill>
                  <a:schemeClr val="tx1"/>
                </a:solidFill>
                <a:latin typeface="Courier New" pitchFamily="49" charset="0"/>
                <a:cs typeface="Arial" pitchFamily="34" charset="0"/>
              </a:defRPr>
            </a:lvl7pPr>
            <a:lvl8pPr marL="3429000" indent="-228600" defTabSz="915988" eaLnBrk="0" fontAlgn="base" hangingPunct="0">
              <a:spcBef>
                <a:spcPct val="0"/>
              </a:spcBef>
              <a:spcAft>
                <a:spcPct val="0"/>
              </a:spcAft>
              <a:defRPr b="1">
                <a:solidFill>
                  <a:schemeClr val="tx1"/>
                </a:solidFill>
                <a:latin typeface="Courier New" pitchFamily="49" charset="0"/>
                <a:cs typeface="Arial" pitchFamily="34" charset="0"/>
              </a:defRPr>
            </a:lvl8pPr>
            <a:lvl9pPr marL="3886200" indent="-228600" defTabSz="915988" eaLnBrk="0" fontAlgn="base" hangingPunct="0">
              <a:spcBef>
                <a:spcPct val="0"/>
              </a:spcBef>
              <a:spcAft>
                <a:spcPct val="0"/>
              </a:spcAft>
              <a:defRPr b="1">
                <a:solidFill>
                  <a:schemeClr val="tx1"/>
                </a:solidFill>
                <a:latin typeface="Courier New" pitchFamily="49" charset="0"/>
                <a:cs typeface="Arial" pitchFamily="34" charset="0"/>
              </a:defRPr>
            </a:lvl9pPr>
          </a:lstStyle>
          <a:p>
            <a:pPr marL="0" marR="0" lvl="0" indent="0" algn="l" defTabSz="915988"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練習</a:t>
            </a:r>
            <a:endParaRPr kumimoji="0" 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endParaRPr lang="en-US" altLang="ja-JP" sz="1100" b="0" dirty="0"/>
          </a:p>
          <a:p>
            <a:pPr>
              <a:defRPr/>
            </a:pPr>
            <a:r>
              <a:rPr lang="ja-JP" altLang="en-US" sz="1100" b="0" dirty="0">
                <a:latin typeface="ＭＳ Ｐゴシック" panose="020B0600070205080204" pitchFamily="50" charset="-128"/>
                <a:ea typeface="ＭＳ Ｐゴシック" panose="020B0600070205080204" pitchFamily="50" charset="-128"/>
              </a:rPr>
              <a:t>未インストールの場合、以下の</a:t>
            </a:r>
            <a:r>
              <a:rPr lang="en-US" altLang="ja-JP" sz="1100" b="0" dirty="0">
                <a:latin typeface="ＭＳ Ｐゴシック" panose="020B0600070205080204" pitchFamily="50" charset="-128"/>
                <a:ea typeface="ＭＳ Ｐゴシック" panose="020B0600070205080204" pitchFamily="50" charset="-128"/>
              </a:rPr>
              <a:t>URL</a:t>
            </a:r>
            <a:r>
              <a:rPr lang="ja-JP" altLang="en-US" sz="1100" b="0" dirty="0">
                <a:latin typeface="ＭＳ Ｐゴシック" panose="020B0600070205080204" pitchFamily="50" charset="-128"/>
                <a:ea typeface="ＭＳ Ｐゴシック" panose="020B0600070205080204" pitchFamily="50" charset="-128"/>
              </a:rPr>
              <a:t>から「</a:t>
            </a:r>
            <a:r>
              <a:rPr lang="en-US" altLang="ja-JP" sz="1100" b="0" dirty="0" err="1">
                <a:latin typeface="ＭＳ Ｐゴシック" panose="020B0600070205080204" pitchFamily="50" charset="-128"/>
                <a:ea typeface="ＭＳ Ｐゴシック" panose="020B0600070205080204" pitchFamily="50" charset="-128"/>
              </a:rPr>
              <a:t>SysML</a:t>
            </a:r>
            <a:r>
              <a:rPr lang="en-US" altLang="ja-JP" sz="1100" b="0" dirty="0">
                <a:latin typeface="ＭＳ Ｐゴシック" panose="020B0600070205080204" pitchFamily="50" charset="-128"/>
                <a:ea typeface="ＭＳ Ｐゴシック" panose="020B0600070205080204" pitchFamily="50" charset="-128"/>
              </a:rPr>
              <a:t> Connector</a:t>
            </a:r>
            <a:r>
              <a:rPr lang="ja-JP" altLang="en-US" sz="1100" b="0" dirty="0">
                <a:latin typeface="ＭＳ Ｐゴシック" panose="020B0600070205080204" pitchFamily="50" charset="-128"/>
                <a:ea typeface="ＭＳ Ｐゴシック" panose="020B0600070205080204" pitchFamily="50" charset="-128"/>
              </a:rPr>
              <a:t>」をインストールしてください。</a:t>
            </a:r>
            <a:endParaRPr kumimoji="0" lang="en-US" sz="11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5988"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Arial" panose="020B0604020202020204" pitchFamily="34" charset="0"/>
                <a:ea typeface="ＭＳ Ｐゴシック" panose="020B0600070205080204" pitchFamily="50" charset="-128"/>
              </a:rPr>
              <a:t>https://jp.mathworks.com/products/sysml.html</a:t>
            </a:r>
          </a:p>
          <a:p>
            <a:pPr marL="0" marR="0" lvl="0" indent="0" algn="l" defTabSz="915988"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SystemModels</a:t>
            </a:r>
            <a:r>
              <a:rPr lang="en-US" altLang="ja-JP" sz="1100" dirty="0">
                <a:solidFill>
                  <a:srgbClr val="000000"/>
                </a:solidFill>
                <a:latin typeface="ＭＳ Ｐゴシック" panose="020B0600070205080204" pitchFamily="50" charset="-128"/>
                <a:ea typeface="ＭＳ Ｐゴシック" panose="020B0600070205080204" pitchFamily="50" charset="-128"/>
              </a:rPr>
              <a:t>/ElectricThrottleControlSysMLModel.xml</a:t>
            </a:r>
          </a:p>
          <a:p>
            <a:pPr>
              <a:defRPr/>
            </a:pPr>
            <a:r>
              <a:rPr lang="ja-JP" altLang="en-US" sz="1100" dirty="0">
                <a:solidFill>
                  <a:srgbClr val="000000"/>
                </a:solidFill>
                <a:latin typeface="ＭＳ Ｐゴシック" panose="020B0600070205080204" pitchFamily="50" charset="-128"/>
                <a:ea typeface="ＭＳ Ｐゴシック" panose="020B0600070205080204" pitchFamily="50" charset="-128"/>
              </a:rPr>
              <a:t>　　または、</a:t>
            </a:r>
            <a:r>
              <a:rPr lang="en-US" altLang="ja-JP" sz="1100" dirty="0" err="1">
                <a:solidFill>
                  <a:srgbClr val="000000"/>
                </a:solidFill>
                <a:latin typeface="ＭＳ Ｐゴシック" panose="020B0600070205080204" pitchFamily="50" charset="-128"/>
                <a:ea typeface="ＭＳ Ｐゴシック" panose="020B0600070205080204" pitchFamily="50" charset="-128"/>
              </a:rPr>
              <a:t>ElectricThrottleControlSysMLModel.mdzip</a:t>
            </a:r>
            <a:endParaRPr lang="ja-JP" altLang="en-US" sz="1100" dirty="0">
              <a:solidFill>
                <a:srgbClr val="000000"/>
              </a:solidFill>
              <a:latin typeface="ＭＳ Ｐゴシック" panose="020B0600070205080204" pitchFamily="50" charset="-128"/>
              <a:ea typeface="ＭＳ Ｐゴシック" panose="020B0600070205080204" pitchFamily="50" charset="-128"/>
            </a:endParaRPr>
          </a:p>
          <a:p>
            <a:pPr>
              <a:defRPr/>
            </a:pP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SysMLArchModel</a:t>
            </a:r>
            <a:r>
              <a:rPr lang="en-US" altLang="ja-JP" sz="1100" dirty="0">
                <a:solidFill>
                  <a:srgbClr val="000000"/>
                </a:solidFill>
                <a:latin typeface="ＭＳ Ｐゴシック" panose="020B0600070205080204" pitchFamily="50" charset="-128"/>
                <a:ea typeface="ＭＳ Ｐゴシック" panose="020B0600070205080204" pitchFamily="50" charset="-128"/>
              </a:rPr>
              <a: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SysMLArchModel.prj</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412121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CA2DD-FF92-8284-81E2-9FFEF26B8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346DD-3D64-DDC6-1314-80A055975566}"/>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930859BA-20CA-92C4-565D-15EDF1E4A306}"/>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解答：アーキテクチャ、モデル作成（１）</a:t>
            </a:r>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endParaRPr lang="en-US" altLang="ja" b="0" dirty="0">
              <a:solidFill>
                <a:srgbClr val="000000"/>
              </a:solidFill>
              <a:ea typeface="ＭＳ Ｐゴシック" panose="020B0600070205080204" pitchFamily="50" charset="-128"/>
            </a:endParaRPr>
          </a:p>
          <a:p>
            <a:pPr>
              <a:buNone/>
            </a:pPr>
            <a:r>
              <a:rPr lang="en-US" dirty="0">
                <a:latin typeface="ＭＳ Ｐゴシック" panose="020B0600070205080204" pitchFamily="50" charset="-128"/>
                <a:ea typeface="ＭＳ Ｐゴシック" panose="020B0600070205080204" pitchFamily="50" charset="-128"/>
              </a:rPr>
              <a:t>1. </a:t>
            </a:r>
            <a:r>
              <a:rPr lang="en-US" dirty="0" err="1">
                <a:latin typeface="ＭＳ Ｐゴシック" panose="020B0600070205080204" pitchFamily="50" charset="-128"/>
                <a:ea typeface="ＭＳ Ｐゴシック" panose="020B0600070205080204" pitchFamily="50" charset="-128"/>
              </a:rPr>
              <a:t>XMIからのインポート</a:t>
            </a:r>
            <a:endParaRPr lang="en-US" dirty="0">
              <a:latin typeface="ＭＳ Ｐゴシック" panose="020B0600070205080204" pitchFamily="50" charset="-128"/>
              <a:ea typeface="ＭＳ Ｐゴシック" panose="020B0600070205080204" pitchFamily="50" charset="-128"/>
            </a:endParaRPr>
          </a:p>
          <a:p>
            <a:pPr eaLnBrk="1"/>
            <a:r>
              <a:rPr lang="ja-JP" altLang="en-US" b="0" dirty="0"/>
              <a:t>アプリタブから</a:t>
            </a:r>
            <a:r>
              <a:rPr lang="en-US" altLang="ja-JP" b="0" dirty="0" err="1"/>
              <a:t>SysMLConnector</a:t>
            </a:r>
            <a:r>
              <a:rPr lang="ja-JP" altLang="en-US" b="0" dirty="0"/>
              <a:t>を選択します。</a:t>
            </a:r>
            <a:endParaRPr lang="en-US" altLang="ja-JP" b="0" dirty="0"/>
          </a:p>
          <a:p>
            <a:pPr eaLnBrk="1"/>
            <a:endParaRPr lang="en-US" altLang="ja-JP" b="0" dirty="0"/>
          </a:p>
          <a:p>
            <a:pPr eaLnBrk="1"/>
            <a:endParaRPr lang="en-US" altLang="ja-JP" b="0" dirty="0"/>
          </a:p>
          <a:p>
            <a:pPr eaLnBrk="1"/>
            <a:endParaRPr lang="en-US" altLang="ja-JP" b="0" dirty="0"/>
          </a:p>
          <a:p>
            <a:pPr eaLnBrk="1"/>
            <a:endParaRPr lang="en-US" altLang="ja-JP" b="0" dirty="0"/>
          </a:p>
          <a:p>
            <a:pPr eaLnBrk="1"/>
            <a:endParaRPr lang="en-US" altLang="ja-JP" b="0" dirty="0"/>
          </a:p>
          <a:p>
            <a:pPr eaLnBrk="1"/>
            <a:endParaRPr lang="en-US" altLang="ja-JP" b="0" dirty="0"/>
          </a:p>
          <a:p>
            <a:pPr eaLnBrk="1"/>
            <a:endParaRPr lang="en-US" altLang="ja-JP" b="0" dirty="0"/>
          </a:p>
          <a:p>
            <a:pPr eaLnBrk="1"/>
            <a:endParaRPr lang="en-US" altLang="ja-JP" b="0" dirty="0"/>
          </a:p>
          <a:p>
            <a:pPr eaLnBrk="1"/>
            <a:r>
              <a:rPr lang="en-US" altLang="ja-JP" b="0" dirty="0">
                <a:solidFill>
                  <a:srgbClr val="000000"/>
                </a:solidFill>
                <a:ea typeface="ＭＳ Ｐゴシック" panose="020B0600070205080204" pitchFamily="50" charset="-128"/>
                <a:cs typeface="Arial" panose="020B0604020202020204" pitchFamily="34" charset="0"/>
              </a:rPr>
              <a:t>ElectricThrottleControlSysMLModel.xml</a:t>
            </a:r>
            <a:r>
              <a:rPr lang="ja-JP" altLang="en-US" b="0" dirty="0">
                <a:solidFill>
                  <a:srgbClr val="000000"/>
                </a:solidFill>
                <a:ea typeface="ＭＳ Ｐゴシック" panose="020B0600070205080204" pitchFamily="50" charset="-128"/>
                <a:cs typeface="Arial" panose="020B0604020202020204" pitchFamily="34" charset="0"/>
              </a:rPr>
              <a:t>をインポートします。</a:t>
            </a:r>
            <a:endParaRPr lang="en-US" altLang="ja" b="0" dirty="0">
              <a:solidFill>
                <a:srgbClr val="000000"/>
              </a:solidFill>
              <a:ea typeface="ＭＳ Ｐゴシック" panose="020B0600070205080204" pitchFamily="50" charset="-128"/>
              <a:cs typeface="Arial" panose="020B0604020202020204" pitchFamily="34" charset="0"/>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r>
              <a:rPr lang="ja-JP" altLang="en-US" b="0" dirty="0">
                <a:solidFill>
                  <a:srgbClr val="000000"/>
                </a:solidFill>
                <a:ea typeface="ＭＳ Ｐゴシック" panose="020B0600070205080204" pitchFamily="50" charset="-128"/>
              </a:rPr>
              <a:t>指定した</a:t>
            </a:r>
            <a:r>
              <a:rPr lang="en-US" b="0" dirty="0" err="1">
                <a:latin typeface="ＭＳ Ｐゴシック" panose="020B0600070205080204" pitchFamily="50" charset="-128"/>
                <a:ea typeface="ＭＳ Ｐゴシック" panose="020B0600070205080204" pitchFamily="50" charset="-128"/>
              </a:rPr>
              <a:t>出力ディレクトリ</a:t>
            </a:r>
            <a:r>
              <a:rPr lang="ja-JP" altLang="en-US" b="0" dirty="0">
                <a:latin typeface="ＭＳ Ｐゴシック" panose="020B0600070205080204" pitchFamily="50" charset="-128"/>
                <a:ea typeface="ＭＳ Ｐゴシック" panose="020B0600070205080204" pitchFamily="50" charset="-128"/>
              </a:rPr>
              <a:t>から</a:t>
            </a:r>
            <a:r>
              <a:rPr lang="ja-JP" altLang="en-US" b="0" dirty="0">
                <a:solidFill>
                  <a:srgbClr val="000000"/>
                </a:solidFill>
                <a:ea typeface="ＭＳ Ｐゴシック" panose="020B0600070205080204" pitchFamily="50" charset="-128"/>
              </a:rPr>
              <a:t>プロジェクトファイルを開き、インポートしたアーキテクチャモデルを確認します。</a:t>
            </a:r>
            <a:endParaRPr lang="en-US" altLang="ja" b="0" dirty="0">
              <a:solidFill>
                <a:srgbClr val="000000"/>
              </a:solidFill>
              <a:ea typeface="ＭＳ Ｐゴシック" panose="020B0600070205080204" pitchFamily="50" charset="-128"/>
            </a:endParaRPr>
          </a:p>
        </p:txBody>
      </p:sp>
      <p:sp>
        <p:nvSpPr>
          <p:cNvPr id="4" name="Text Box 4">
            <a:extLst>
              <a:ext uri="{FF2B5EF4-FFF2-40B4-BE49-F238E27FC236}">
                <a16:creationId xmlns:a16="http://schemas.microsoft.com/office/drawing/2014/main" id="{BB972A7D-368A-94FF-C8E5-D2505A42C839}"/>
              </a:ext>
            </a:extLst>
          </p:cNvPr>
          <p:cNvSpPr txBox="1">
            <a:spLocks noChangeArrowheads="1"/>
          </p:cNvSpPr>
          <p:nvPr/>
        </p:nvSpPr>
        <p:spPr bwMode="auto">
          <a:xfrm>
            <a:off x="5022166" y="337063"/>
            <a:ext cx="4431323" cy="849463"/>
          </a:xfrm>
          <a:prstGeom prst="rect">
            <a:avLst/>
          </a:prstGeom>
          <a:solidFill>
            <a:srgbClr val="DBF0FC"/>
          </a:solidFill>
          <a:ln w="6350">
            <a:solidFill>
              <a:schemeClr val="tx1"/>
            </a:solidFill>
          </a:ln>
          <a:effectLst>
            <a:outerShdw blurRad="25400" dist="25400" dir="2700000" algn="tl">
              <a:prstClr val="black">
                <a:alpha val="20000"/>
              </a:prstClr>
            </a:outerShdw>
          </a:effectLst>
        </p:spPr>
        <p:txBody>
          <a:bodyPr wrap="square" lIns="64008" tIns="64008" rIns="64008" bIns="91440">
            <a:spAutoFit/>
          </a:bodyPr>
          <a:lstStyle>
            <a:lvl1pPr defTabSz="915988" eaLnBrk="0" hangingPunct="0">
              <a:defRPr b="1">
                <a:solidFill>
                  <a:schemeClr val="tx1"/>
                </a:solidFill>
                <a:latin typeface="Courier New" pitchFamily="49" charset="0"/>
                <a:cs typeface="Arial" pitchFamily="34" charset="0"/>
              </a:defRPr>
            </a:lvl1pPr>
            <a:lvl2pPr marL="742950" indent="-285750" defTabSz="915988" eaLnBrk="0" hangingPunct="0">
              <a:defRPr b="1">
                <a:solidFill>
                  <a:schemeClr val="tx1"/>
                </a:solidFill>
                <a:latin typeface="Courier New" pitchFamily="49" charset="0"/>
                <a:cs typeface="Arial" pitchFamily="34" charset="0"/>
              </a:defRPr>
            </a:lvl2pPr>
            <a:lvl3pPr marL="1143000" indent="-228600" defTabSz="915988" eaLnBrk="0" hangingPunct="0">
              <a:defRPr b="1">
                <a:solidFill>
                  <a:schemeClr val="tx1"/>
                </a:solidFill>
                <a:latin typeface="Courier New" pitchFamily="49" charset="0"/>
                <a:cs typeface="Arial" pitchFamily="34" charset="0"/>
              </a:defRPr>
            </a:lvl3pPr>
            <a:lvl4pPr marL="1600200" indent="-228600" defTabSz="915988" eaLnBrk="0" hangingPunct="0">
              <a:defRPr b="1">
                <a:solidFill>
                  <a:schemeClr val="tx1"/>
                </a:solidFill>
                <a:latin typeface="Courier New" pitchFamily="49" charset="0"/>
                <a:cs typeface="Arial" pitchFamily="34" charset="0"/>
              </a:defRPr>
            </a:lvl4pPr>
            <a:lvl5pPr marL="2057400" indent="-228600" defTabSz="915988" eaLnBrk="0" hangingPunct="0">
              <a:defRPr b="1">
                <a:solidFill>
                  <a:schemeClr val="tx1"/>
                </a:solidFill>
                <a:latin typeface="Courier New" pitchFamily="49" charset="0"/>
                <a:cs typeface="Arial" pitchFamily="34" charset="0"/>
              </a:defRPr>
            </a:lvl5pPr>
            <a:lvl6pPr marL="2514600" indent="-228600" defTabSz="915988" eaLnBrk="0" fontAlgn="base" hangingPunct="0">
              <a:spcBef>
                <a:spcPct val="0"/>
              </a:spcBef>
              <a:spcAft>
                <a:spcPct val="0"/>
              </a:spcAft>
              <a:defRPr b="1">
                <a:solidFill>
                  <a:schemeClr val="tx1"/>
                </a:solidFill>
                <a:latin typeface="Courier New" pitchFamily="49" charset="0"/>
                <a:cs typeface="Arial" pitchFamily="34" charset="0"/>
              </a:defRPr>
            </a:lvl6pPr>
            <a:lvl7pPr marL="2971800" indent="-228600" defTabSz="915988" eaLnBrk="0" fontAlgn="base" hangingPunct="0">
              <a:spcBef>
                <a:spcPct val="0"/>
              </a:spcBef>
              <a:spcAft>
                <a:spcPct val="0"/>
              </a:spcAft>
              <a:defRPr b="1">
                <a:solidFill>
                  <a:schemeClr val="tx1"/>
                </a:solidFill>
                <a:latin typeface="Courier New" pitchFamily="49" charset="0"/>
                <a:cs typeface="Arial" pitchFamily="34" charset="0"/>
              </a:defRPr>
            </a:lvl7pPr>
            <a:lvl8pPr marL="3429000" indent="-228600" defTabSz="915988" eaLnBrk="0" fontAlgn="base" hangingPunct="0">
              <a:spcBef>
                <a:spcPct val="0"/>
              </a:spcBef>
              <a:spcAft>
                <a:spcPct val="0"/>
              </a:spcAft>
              <a:defRPr b="1">
                <a:solidFill>
                  <a:schemeClr val="tx1"/>
                </a:solidFill>
                <a:latin typeface="Courier New" pitchFamily="49" charset="0"/>
                <a:cs typeface="Arial" pitchFamily="34" charset="0"/>
              </a:defRPr>
            </a:lvl8pPr>
            <a:lvl9pPr marL="3886200" indent="-228600" defTabSz="915988" eaLnBrk="0" fontAlgn="base" hangingPunct="0">
              <a:spcBef>
                <a:spcPct val="0"/>
              </a:spcBef>
              <a:spcAft>
                <a:spcPct val="0"/>
              </a:spcAft>
              <a:defRPr b="1">
                <a:solidFill>
                  <a:schemeClr val="tx1"/>
                </a:solidFill>
                <a:latin typeface="Courier New" pitchFamily="49" charset="0"/>
                <a:cs typeface="Arial" pitchFamily="34" charset="0"/>
              </a:defRPr>
            </a:lvl9pPr>
          </a:lstStyle>
          <a:p>
            <a:pPr marL="0" marR="0" lvl="0" indent="0" algn="l" defTabSz="915988"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練習</a:t>
            </a:r>
            <a:endParaRPr kumimoji="0" 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5988"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ElectricThrottleControlSysMLModel.prj</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 </a:t>
            </a:r>
            <a:r>
              <a:rPr lang="en-US" altLang="ja-JP" sz="1100" dirty="0" err="1">
                <a:solidFill>
                  <a:srgbClr val="000000"/>
                </a:solidFill>
                <a:latin typeface="ＭＳ Ｐゴシック" panose="020B0600070205080204" pitchFamily="50" charset="-128"/>
                <a:ea typeface="ＭＳ Ｐゴシック" panose="020B0600070205080204" pitchFamily="50" charset="-128"/>
              </a:rPr>
              <a:t>ElectricThrottleControl.slx</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p:txBody>
      </p:sp>
      <p:pic>
        <p:nvPicPr>
          <p:cNvPr id="10" name="図 9">
            <a:extLst>
              <a:ext uri="{FF2B5EF4-FFF2-40B4-BE49-F238E27FC236}">
                <a16:creationId xmlns:a16="http://schemas.microsoft.com/office/drawing/2014/main" id="{E717ADFF-4715-F279-5A7D-B2E63BDBC322}"/>
              </a:ext>
            </a:extLst>
          </p:cNvPr>
          <p:cNvPicPr>
            <a:picLocks noChangeAspect="1"/>
          </p:cNvPicPr>
          <p:nvPr/>
        </p:nvPicPr>
        <p:blipFill>
          <a:blip r:embed="rId3"/>
          <a:srcRect b="1117"/>
          <a:stretch>
            <a:fillRect/>
          </a:stretch>
        </p:blipFill>
        <p:spPr>
          <a:xfrm>
            <a:off x="203291" y="1280723"/>
            <a:ext cx="3156388" cy="1160474"/>
          </a:xfrm>
          <a:prstGeom prst="rect">
            <a:avLst/>
          </a:prstGeom>
        </p:spPr>
      </p:pic>
      <p:pic>
        <p:nvPicPr>
          <p:cNvPr id="12" name="図 11">
            <a:extLst>
              <a:ext uri="{FF2B5EF4-FFF2-40B4-BE49-F238E27FC236}">
                <a16:creationId xmlns:a16="http://schemas.microsoft.com/office/drawing/2014/main" id="{89A583E5-C28A-1148-2C9E-9B39B11ECD8F}"/>
              </a:ext>
            </a:extLst>
          </p:cNvPr>
          <p:cNvPicPr>
            <a:picLocks noChangeAspect="1"/>
          </p:cNvPicPr>
          <p:nvPr/>
        </p:nvPicPr>
        <p:blipFill>
          <a:blip r:embed="rId4"/>
          <a:stretch>
            <a:fillRect/>
          </a:stretch>
        </p:blipFill>
        <p:spPr>
          <a:xfrm>
            <a:off x="203291" y="2889476"/>
            <a:ext cx="2851925" cy="1787556"/>
          </a:xfrm>
          <a:prstGeom prst="rect">
            <a:avLst/>
          </a:prstGeom>
        </p:spPr>
      </p:pic>
      <p:pic>
        <p:nvPicPr>
          <p:cNvPr id="14" name="図 13">
            <a:extLst>
              <a:ext uri="{FF2B5EF4-FFF2-40B4-BE49-F238E27FC236}">
                <a16:creationId xmlns:a16="http://schemas.microsoft.com/office/drawing/2014/main" id="{D26DC22E-F5F9-B264-172A-FEB57B92BD0B}"/>
              </a:ext>
            </a:extLst>
          </p:cNvPr>
          <p:cNvPicPr>
            <a:picLocks noChangeAspect="1"/>
          </p:cNvPicPr>
          <p:nvPr/>
        </p:nvPicPr>
        <p:blipFill>
          <a:blip r:embed="rId5"/>
          <a:stretch>
            <a:fillRect/>
          </a:stretch>
        </p:blipFill>
        <p:spPr>
          <a:xfrm>
            <a:off x="823468" y="4981990"/>
            <a:ext cx="7954264" cy="1916639"/>
          </a:xfrm>
          <a:prstGeom prst="rect">
            <a:avLst/>
          </a:prstGeom>
        </p:spPr>
      </p:pic>
      <p:pic>
        <p:nvPicPr>
          <p:cNvPr id="16" name="図 15">
            <a:extLst>
              <a:ext uri="{FF2B5EF4-FFF2-40B4-BE49-F238E27FC236}">
                <a16:creationId xmlns:a16="http://schemas.microsoft.com/office/drawing/2014/main" id="{03E1AF05-3768-79C1-4EA5-8C5152224547}"/>
              </a:ext>
            </a:extLst>
          </p:cNvPr>
          <p:cNvPicPr>
            <a:picLocks noChangeAspect="1"/>
          </p:cNvPicPr>
          <p:nvPr/>
        </p:nvPicPr>
        <p:blipFill>
          <a:blip r:embed="rId6"/>
          <a:stretch>
            <a:fillRect/>
          </a:stretch>
        </p:blipFill>
        <p:spPr>
          <a:xfrm>
            <a:off x="5022166" y="1860960"/>
            <a:ext cx="2851924" cy="2109960"/>
          </a:xfrm>
          <a:prstGeom prst="rect">
            <a:avLst/>
          </a:prstGeom>
        </p:spPr>
      </p:pic>
    </p:spTree>
    <p:extLst>
      <p:ext uri="{BB962C8B-B14F-4D97-AF65-F5344CB8AC3E}">
        <p14:creationId xmlns:p14="http://schemas.microsoft.com/office/powerpoint/2010/main" val="2589858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88583-B6DA-7421-B82F-B41A239DC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02721-6E82-9C27-998D-CEF5F46657B9}"/>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A9F8B3A9-CF2D-0040-7DF0-7EB64B9DB492}"/>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解答：アーキテクチャ、モデル作成（２）</a:t>
            </a:r>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endParaRPr lang="en-US" altLang="ja" b="0" dirty="0">
              <a:solidFill>
                <a:srgbClr val="000000"/>
              </a:solidFill>
              <a:ea typeface="ＭＳ Ｐゴシック" panose="020B0600070205080204" pitchFamily="50" charset="-128"/>
            </a:endParaRPr>
          </a:p>
          <a:p>
            <a:r>
              <a:rPr lang="en-US" dirty="0">
                <a:latin typeface="ＭＳ Ｐゴシック" panose="020B0600070205080204" pitchFamily="50" charset="-128"/>
                <a:ea typeface="ＭＳ Ｐゴシック" panose="020B0600070205080204" pitchFamily="50" charset="-128"/>
              </a:rPr>
              <a:t>2. </a:t>
            </a:r>
            <a:r>
              <a:rPr lang="en-US" dirty="0" err="1">
                <a:latin typeface="ＭＳ Ｐゴシック" panose="020B0600070205080204" pitchFamily="50" charset="-128"/>
                <a:ea typeface="ＭＳ Ｐゴシック" panose="020B0600070205080204" pitchFamily="50" charset="-128"/>
              </a:rPr>
              <a:t>モデルの実行とテスト</a:t>
            </a:r>
            <a:endParaRPr lang="en-US"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lang="en-US" dirty="0" err="1">
                <a:latin typeface="ＭＳ Ｐゴシック" panose="020B0600070205080204" pitchFamily="50" charset="-128"/>
                <a:ea typeface="ＭＳ Ｐゴシック" panose="020B0600070205080204" pitchFamily="50" charset="-128"/>
              </a:rPr>
              <a:t>モデルの実行</a:t>
            </a:r>
            <a:r>
              <a:rPr lang="en-US" dirty="0">
                <a:latin typeface="ＭＳ Ｐゴシック" panose="020B0600070205080204" pitchFamily="50" charset="-128"/>
                <a:ea typeface="ＭＳ Ｐゴシック" panose="020B0600070205080204" pitchFamily="50" charset="-128"/>
              </a:rPr>
              <a:t>:</a:t>
            </a:r>
          </a:p>
          <a:p>
            <a:pPr eaLnBrk="1"/>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ElectricThrottleControl.slx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lvl="0"/>
            <a:endParaRPr lang="en-US" altLang="ja-JP"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シミュレーション</a:t>
            </a:r>
            <a:r>
              <a:rPr lang="en-US" b="0" dirty="0" err="1">
                <a:latin typeface="ＭＳ Ｐゴシック" panose="020B0600070205080204" pitchFamily="50" charset="-128"/>
                <a:ea typeface="ＭＳ Ｐゴシック" panose="020B0600070205080204" pitchFamily="50" charset="-128"/>
              </a:rPr>
              <a:t>を実行し</a:t>
            </a:r>
            <a:r>
              <a:rPr lang="ja-JP" altLang="en-US" b="0" dirty="0">
                <a:latin typeface="ＭＳ Ｐゴシック" panose="020B0600070205080204" pitchFamily="50" charset="-128"/>
                <a:ea typeface="ＭＳ Ｐゴシック" panose="020B0600070205080204" pitchFamily="50" charset="-128"/>
              </a:rPr>
              <a:t>、データインスペクター上から波形を</a:t>
            </a:r>
            <a:endParaRPr lang="en-US" altLang="ja-JP"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確認し</a:t>
            </a:r>
            <a:r>
              <a:rPr lang="en-US" b="0" dirty="0" err="1">
                <a:latin typeface="ＭＳ Ｐゴシック" panose="020B0600070205080204" pitchFamily="50" charset="-128"/>
                <a:ea typeface="ＭＳ Ｐゴシック" panose="020B0600070205080204" pitchFamily="50" charset="-128"/>
              </a:rPr>
              <a:t>ます</a:t>
            </a:r>
            <a:r>
              <a:rPr lang="en-US" b="0" dirty="0">
                <a:latin typeface="ＭＳ Ｐゴシック" panose="020B0600070205080204" pitchFamily="50" charset="-128"/>
                <a:ea typeface="ＭＳ Ｐゴシック" panose="020B0600070205080204" pitchFamily="50" charset="-128"/>
              </a:rPr>
              <a:t>。</a:t>
            </a: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a:p>
            <a:pPr eaLnBrk="1"/>
            <a:r>
              <a:rPr lang="en-US" dirty="0" err="1">
                <a:latin typeface="ＭＳ Ｐゴシック" panose="020B0600070205080204" pitchFamily="50" charset="-128"/>
                <a:ea typeface="ＭＳ Ｐゴシック" panose="020B0600070205080204" pitchFamily="50" charset="-128"/>
              </a:rPr>
              <a:t>テストの実行</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lvl="0"/>
            <a:r>
              <a:rPr lang="en-US" b="0" dirty="0" err="1">
                <a:latin typeface="ＭＳ Ｐゴシック" panose="020B0600070205080204" pitchFamily="50" charset="-128"/>
                <a:ea typeface="ＭＳ Ｐゴシック" panose="020B0600070205080204" pitchFamily="50" charset="-128"/>
              </a:rPr>
              <a:t>テストブラウザーにてテストケース</a:t>
            </a:r>
            <a:r>
              <a:rPr lang="ja-JP" altLang="en-US" b="0" dirty="0">
                <a:latin typeface="ＭＳ Ｐゴシック" panose="020B0600070205080204" pitchFamily="50" charset="-128"/>
                <a:ea typeface="ＭＳ Ｐゴシック" panose="020B0600070205080204" pitchFamily="50" charset="-128"/>
              </a:rPr>
              <a:t>の実行をします。</a:t>
            </a:r>
            <a:endParaRPr lang="en-US" b="0" dirty="0">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r>
              <a:rPr lang="ja-JP" altLang="en-US" b="0" dirty="0">
                <a:solidFill>
                  <a:srgbClr val="000000"/>
                </a:solidFill>
                <a:latin typeface="ＭＳ Ｐゴシック" panose="020B0600070205080204" pitchFamily="50" charset="-128"/>
                <a:ea typeface="ＭＳ Ｐゴシック" panose="020B0600070205080204" pitchFamily="50" charset="-128"/>
              </a:rPr>
              <a:t>テスト要件を満たしていることを確認します。</a:t>
            </a:r>
            <a:endParaRPr lang="en-US" altLang="ja" b="0" dirty="0">
              <a:solidFill>
                <a:srgbClr val="000000"/>
              </a:solidFill>
              <a:ea typeface="ＭＳ Ｐゴシック" panose="020B0600070205080204" pitchFamily="50" charset="-128"/>
            </a:endParaRPr>
          </a:p>
        </p:txBody>
      </p:sp>
      <p:sp>
        <p:nvSpPr>
          <p:cNvPr id="4" name="Text Box 4">
            <a:extLst>
              <a:ext uri="{FF2B5EF4-FFF2-40B4-BE49-F238E27FC236}">
                <a16:creationId xmlns:a16="http://schemas.microsoft.com/office/drawing/2014/main" id="{7A9F915E-D131-638B-0456-F4231C9BC4C6}"/>
              </a:ext>
            </a:extLst>
          </p:cNvPr>
          <p:cNvSpPr txBox="1">
            <a:spLocks noChangeArrowheads="1"/>
          </p:cNvSpPr>
          <p:nvPr/>
        </p:nvSpPr>
        <p:spPr bwMode="auto">
          <a:xfrm>
            <a:off x="5022166" y="337063"/>
            <a:ext cx="4431323" cy="849463"/>
          </a:xfrm>
          <a:prstGeom prst="rect">
            <a:avLst/>
          </a:prstGeom>
          <a:solidFill>
            <a:srgbClr val="DBF0FC"/>
          </a:solidFill>
          <a:ln w="6350">
            <a:solidFill>
              <a:schemeClr val="tx1"/>
            </a:solidFill>
          </a:ln>
          <a:effectLst>
            <a:outerShdw blurRad="25400" dist="25400" dir="2700000" algn="tl">
              <a:prstClr val="black">
                <a:alpha val="20000"/>
              </a:prstClr>
            </a:outerShdw>
          </a:effectLst>
        </p:spPr>
        <p:txBody>
          <a:bodyPr wrap="square" lIns="64008" tIns="64008" rIns="64008" bIns="91440">
            <a:spAutoFit/>
          </a:bodyPr>
          <a:lstStyle>
            <a:lvl1pPr defTabSz="915988" eaLnBrk="0" hangingPunct="0">
              <a:defRPr b="1">
                <a:solidFill>
                  <a:schemeClr val="tx1"/>
                </a:solidFill>
                <a:latin typeface="Courier New" pitchFamily="49" charset="0"/>
                <a:cs typeface="Arial" pitchFamily="34" charset="0"/>
              </a:defRPr>
            </a:lvl1pPr>
            <a:lvl2pPr marL="742950" indent="-285750" defTabSz="915988" eaLnBrk="0" hangingPunct="0">
              <a:defRPr b="1">
                <a:solidFill>
                  <a:schemeClr val="tx1"/>
                </a:solidFill>
                <a:latin typeface="Courier New" pitchFamily="49" charset="0"/>
                <a:cs typeface="Arial" pitchFamily="34" charset="0"/>
              </a:defRPr>
            </a:lvl2pPr>
            <a:lvl3pPr marL="1143000" indent="-228600" defTabSz="915988" eaLnBrk="0" hangingPunct="0">
              <a:defRPr b="1">
                <a:solidFill>
                  <a:schemeClr val="tx1"/>
                </a:solidFill>
                <a:latin typeface="Courier New" pitchFamily="49" charset="0"/>
                <a:cs typeface="Arial" pitchFamily="34" charset="0"/>
              </a:defRPr>
            </a:lvl3pPr>
            <a:lvl4pPr marL="1600200" indent="-228600" defTabSz="915988" eaLnBrk="0" hangingPunct="0">
              <a:defRPr b="1">
                <a:solidFill>
                  <a:schemeClr val="tx1"/>
                </a:solidFill>
                <a:latin typeface="Courier New" pitchFamily="49" charset="0"/>
                <a:cs typeface="Arial" pitchFamily="34" charset="0"/>
              </a:defRPr>
            </a:lvl4pPr>
            <a:lvl5pPr marL="2057400" indent="-228600" defTabSz="915988" eaLnBrk="0" hangingPunct="0">
              <a:defRPr b="1">
                <a:solidFill>
                  <a:schemeClr val="tx1"/>
                </a:solidFill>
                <a:latin typeface="Courier New" pitchFamily="49" charset="0"/>
                <a:cs typeface="Arial" pitchFamily="34" charset="0"/>
              </a:defRPr>
            </a:lvl5pPr>
            <a:lvl6pPr marL="2514600" indent="-228600" defTabSz="915988" eaLnBrk="0" fontAlgn="base" hangingPunct="0">
              <a:spcBef>
                <a:spcPct val="0"/>
              </a:spcBef>
              <a:spcAft>
                <a:spcPct val="0"/>
              </a:spcAft>
              <a:defRPr b="1">
                <a:solidFill>
                  <a:schemeClr val="tx1"/>
                </a:solidFill>
                <a:latin typeface="Courier New" pitchFamily="49" charset="0"/>
                <a:cs typeface="Arial" pitchFamily="34" charset="0"/>
              </a:defRPr>
            </a:lvl6pPr>
            <a:lvl7pPr marL="2971800" indent="-228600" defTabSz="915988" eaLnBrk="0" fontAlgn="base" hangingPunct="0">
              <a:spcBef>
                <a:spcPct val="0"/>
              </a:spcBef>
              <a:spcAft>
                <a:spcPct val="0"/>
              </a:spcAft>
              <a:defRPr b="1">
                <a:solidFill>
                  <a:schemeClr val="tx1"/>
                </a:solidFill>
                <a:latin typeface="Courier New" pitchFamily="49" charset="0"/>
                <a:cs typeface="Arial" pitchFamily="34" charset="0"/>
              </a:defRPr>
            </a:lvl7pPr>
            <a:lvl8pPr marL="3429000" indent="-228600" defTabSz="915988" eaLnBrk="0" fontAlgn="base" hangingPunct="0">
              <a:spcBef>
                <a:spcPct val="0"/>
              </a:spcBef>
              <a:spcAft>
                <a:spcPct val="0"/>
              </a:spcAft>
              <a:defRPr b="1">
                <a:solidFill>
                  <a:schemeClr val="tx1"/>
                </a:solidFill>
                <a:latin typeface="Courier New" pitchFamily="49" charset="0"/>
                <a:cs typeface="Arial" pitchFamily="34" charset="0"/>
              </a:defRPr>
            </a:lvl8pPr>
            <a:lvl9pPr marL="3886200" indent="-228600" defTabSz="915988" eaLnBrk="0" fontAlgn="base" hangingPunct="0">
              <a:spcBef>
                <a:spcPct val="0"/>
              </a:spcBef>
              <a:spcAft>
                <a:spcPct val="0"/>
              </a:spcAft>
              <a:defRPr b="1">
                <a:solidFill>
                  <a:schemeClr val="tx1"/>
                </a:solidFill>
                <a:latin typeface="Courier New" pitchFamily="49" charset="0"/>
                <a:cs typeface="Arial" pitchFamily="34" charset="0"/>
              </a:defRPr>
            </a:lvl9pPr>
          </a:lstStyle>
          <a:p>
            <a:pPr marL="0" marR="0" lvl="0" indent="0" algn="l" defTabSz="915988"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練習</a:t>
            </a:r>
            <a:endParaRPr kumimoji="0" 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5988"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SysMLArchModel</a:t>
            </a:r>
            <a:r>
              <a:rPr lang="en-US" altLang="ja-JP" sz="1100" dirty="0">
                <a:solidFill>
                  <a:srgbClr val="000000"/>
                </a:solidFill>
                <a:latin typeface="ＭＳ Ｐゴシック" panose="020B0600070205080204" pitchFamily="50" charset="-128"/>
                <a:ea typeface="ＭＳ Ｐゴシック" panose="020B0600070205080204" pitchFamily="50" charset="-128"/>
              </a:rPr>
              <a: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SysMLArchModel.prj</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TestFile</a:t>
            </a:r>
            <a:r>
              <a:rPr lang="en-US" altLang="ja-JP" sz="1100" dirty="0">
                <a:solidFill>
                  <a:srgbClr val="000000"/>
                </a:solidFill>
                <a:latin typeface="ＭＳ Ｐゴシック" panose="020B0600070205080204" pitchFamily="50" charset="-128"/>
                <a:ea typeface="ＭＳ Ｐゴシック" panose="020B0600070205080204" pitchFamily="50" charset="-128"/>
              </a:rPr>
              <a: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TestManagerFile.mldatx</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p:txBody>
      </p:sp>
      <p:pic>
        <p:nvPicPr>
          <p:cNvPr id="6" name="図 5">
            <a:extLst>
              <a:ext uri="{FF2B5EF4-FFF2-40B4-BE49-F238E27FC236}">
                <a16:creationId xmlns:a16="http://schemas.microsoft.com/office/drawing/2014/main" id="{C5DD5CDA-989D-502E-BC1A-D677E9A647C8}"/>
              </a:ext>
            </a:extLst>
          </p:cNvPr>
          <p:cNvPicPr>
            <a:picLocks noChangeAspect="1"/>
          </p:cNvPicPr>
          <p:nvPr/>
        </p:nvPicPr>
        <p:blipFill>
          <a:blip r:embed="rId3"/>
          <a:stretch>
            <a:fillRect/>
          </a:stretch>
        </p:blipFill>
        <p:spPr>
          <a:xfrm>
            <a:off x="294771" y="1437988"/>
            <a:ext cx="3780000" cy="2403155"/>
          </a:xfrm>
          <a:prstGeom prst="rect">
            <a:avLst/>
          </a:prstGeom>
        </p:spPr>
      </p:pic>
      <p:pic>
        <p:nvPicPr>
          <p:cNvPr id="8" name="図 7">
            <a:extLst>
              <a:ext uri="{FF2B5EF4-FFF2-40B4-BE49-F238E27FC236}">
                <a16:creationId xmlns:a16="http://schemas.microsoft.com/office/drawing/2014/main" id="{69684C3C-E6B0-5D35-5269-F8D53FD075B6}"/>
              </a:ext>
            </a:extLst>
          </p:cNvPr>
          <p:cNvPicPr>
            <a:picLocks noChangeAspect="1"/>
          </p:cNvPicPr>
          <p:nvPr/>
        </p:nvPicPr>
        <p:blipFill>
          <a:blip r:embed="rId4"/>
          <a:stretch>
            <a:fillRect/>
          </a:stretch>
        </p:blipFill>
        <p:spPr>
          <a:xfrm>
            <a:off x="294771" y="4355893"/>
            <a:ext cx="3780000" cy="2610798"/>
          </a:xfrm>
          <a:prstGeom prst="rect">
            <a:avLst/>
          </a:prstGeom>
        </p:spPr>
      </p:pic>
      <p:pic>
        <p:nvPicPr>
          <p:cNvPr id="11" name="図 10">
            <a:extLst>
              <a:ext uri="{FF2B5EF4-FFF2-40B4-BE49-F238E27FC236}">
                <a16:creationId xmlns:a16="http://schemas.microsoft.com/office/drawing/2014/main" id="{64523172-7653-CE27-9AC0-56EB3D02E70D}"/>
              </a:ext>
            </a:extLst>
          </p:cNvPr>
          <p:cNvPicPr>
            <a:picLocks noChangeAspect="1"/>
          </p:cNvPicPr>
          <p:nvPr/>
        </p:nvPicPr>
        <p:blipFill>
          <a:blip r:embed="rId5"/>
          <a:srcRect b="26809"/>
          <a:stretch>
            <a:fillRect/>
          </a:stretch>
        </p:blipFill>
        <p:spPr>
          <a:xfrm>
            <a:off x="5154885" y="1910484"/>
            <a:ext cx="3780000" cy="1908180"/>
          </a:xfrm>
          <a:prstGeom prst="rect">
            <a:avLst/>
          </a:prstGeom>
        </p:spPr>
      </p:pic>
      <p:pic>
        <p:nvPicPr>
          <p:cNvPr id="7" name="図 6">
            <a:extLst>
              <a:ext uri="{FF2B5EF4-FFF2-40B4-BE49-F238E27FC236}">
                <a16:creationId xmlns:a16="http://schemas.microsoft.com/office/drawing/2014/main" id="{402585CC-CA4B-638A-8D1F-039EE5974867}"/>
              </a:ext>
            </a:extLst>
          </p:cNvPr>
          <p:cNvPicPr>
            <a:picLocks noChangeAspect="1"/>
          </p:cNvPicPr>
          <p:nvPr/>
        </p:nvPicPr>
        <p:blipFill>
          <a:blip r:embed="rId6"/>
          <a:srcRect t="12480"/>
          <a:stretch>
            <a:fillRect/>
          </a:stretch>
        </p:blipFill>
        <p:spPr>
          <a:xfrm>
            <a:off x="5154885" y="4355893"/>
            <a:ext cx="3780000" cy="1984273"/>
          </a:xfrm>
          <a:prstGeom prst="rect">
            <a:avLst/>
          </a:prstGeom>
        </p:spPr>
      </p:pic>
    </p:spTree>
    <p:extLst>
      <p:ext uri="{BB962C8B-B14F-4D97-AF65-F5344CB8AC3E}">
        <p14:creationId xmlns:p14="http://schemas.microsoft.com/office/powerpoint/2010/main" val="2533274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777DF-6292-B383-45E0-2F3F22365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56210-FD81-0AA8-1DD2-AB840489490C}"/>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699F2D19-1453-9510-ACDE-187BD5B08664}"/>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詳細設計による要求の具体化</a:t>
            </a:r>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endParaRPr lang="en-US" altLang="ja" b="0" dirty="0">
              <a:solidFill>
                <a:srgbClr val="000000"/>
              </a:solidFill>
              <a:ea typeface="ＭＳ Ｐゴシック" panose="020B0600070205080204" pitchFamily="50" charset="-128"/>
            </a:endParaRPr>
          </a:p>
          <a:p>
            <a:pPr eaLnBrk="1"/>
            <a:r>
              <a:rPr lang="en-US" b="0" dirty="0">
                <a:latin typeface="ＭＳ Ｐゴシック" panose="020B0600070205080204" pitchFamily="50" charset="-128"/>
                <a:ea typeface="ＭＳ Ｐゴシック" panose="020B0600070205080204" pitchFamily="50" charset="-128"/>
              </a:rPr>
              <a:t>システム設計で定義した要求を満たしている一方、シミュレーションから、目標値への収束過程で一時的な低下が発生することを確認します。</a:t>
            </a:r>
            <a:br>
              <a:rPr lang="en-US" b="0" dirty="0">
                <a:latin typeface="ＭＳ Ｐゴシック" panose="020B0600070205080204" pitchFamily="50" charset="-128"/>
                <a:ea typeface="ＭＳ Ｐゴシック" panose="020B0600070205080204" pitchFamily="50" charset="-128"/>
              </a:rPr>
            </a:br>
            <a:r>
              <a:rPr lang="en-US" b="0" dirty="0" err="1">
                <a:latin typeface="ＭＳ Ｐゴシック" panose="020B0600070205080204" pitchFamily="50" charset="-128"/>
                <a:ea typeface="ＭＳ Ｐゴシック" panose="020B0600070205080204" pitchFamily="50" charset="-128"/>
              </a:rPr>
              <a:t>この結果から、上位要求だけでは規定されていなかった応答特性を、詳細要求として具体化します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err="1">
                <a:latin typeface="ＭＳ Ｐゴシック" panose="020B0600070205080204" pitchFamily="50" charset="-128"/>
                <a:ea typeface="ＭＳ Ｐゴシック" panose="020B0600070205080204" pitchFamily="50" charset="-128"/>
              </a:rPr>
              <a:t>追加した要求に基づいて検証を行い、シミュレーション結果を確認しながら設計パラメータを見直します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err="1">
                <a:latin typeface="ＭＳ Ｐゴシック" panose="020B0600070205080204" pitchFamily="50" charset="-128"/>
                <a:ea typeface="ＭＳ Ｐゴシック" panose="020B0600070205080204" pitchFamily="50" charset="-128"/>
              </a:rPr>
              <a:t>最後に再検証を行い、既存要求と追加した要求の両方を満たすことを確認します</a:t>
            </a:r>
            <a:r>
              <a:rPr lang="en-US" b="0" dirty="0">
                <a:latin typeface="ＭＳ Ｐゴシック" panose="020B0600070205080204" pitchFamily="50" charset="-128"/>
                <a:ea typeface="ＭＳ Ｐゴシック" panose="020B0600070205080204" pitchFamily="50" charset="-128"/>
              </a:rPr>
              <a:t>。</a:t>
            </a:r>
          </a:p>
          <a:p>
            <a:pPr eaLnBrk="1"/>
            <a:endParaRPr lang="en-US" altLang="ja-JP" b="0" dirty="0">
              <a:solidFill>
                <a:srgbClr val="000000"/>
              </a:solidFill>
              <a:latin typeface="ＭＳ Ｐゴシック" panose="020B0600070205080204" pitchFamily="50" charset="-128"/>
              <a:ea typeface="ＭＳ Ｐゴシック" panose="020B0600070205080204" pitchFamily="50" charset="-128"/>
            </a:endParaRPr>
          </a:p>
          <a:p>
            <a:pPr lvl="0"/>
            <a:r>
              <a:rPr lang="en-US" dirty="0">
                <a:latin typeface="ＭＳ Ｐゴシック" panose="020B0600070205080204" pitchFamily="50" charset="-128"/>
                <a:ea typeface="ＭＳ Ｐゴシック" panose="020B0600070205080204" pitchFamily="50" charset="-128"/>
              </a:rPr>
              <a:t>1.シミュレーション結果と要求の確認</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1.プロジェクト内の </a:t>
            </a:r>
            <a:r>
              <a:rPr lang="en-US" b="0" dirty="0" err="1">
                <a:latin typeface="ＭＳ Ｐゴシック" panose="020B0600070205080204" pitchFamily="50" charset="-128"/>
                <a:ea typeface="ＭＳ Ｐゴシック" panose="020B0600070205080204" pitchFamily="50" charset="-128"/>
              </a:rPr>
              <a:t>ElectricThrottleControl.slx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2.シミュレーションを実行し、データインスペクター上から</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PositionSensorVoltage</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の波形を確認します</a:t>
            </a:r>
            <a:r>
              <a:rPr lang="en-US" b="0" dirty="0">
                <a:latin typeface="ＭＳ Ｐゴシック" panose="020B0600070205080204" pitchFamily="50" charset="-128"/>
                <a:ea typeface="ＭＳ Ｐゴシック" panose="020B0600070205080204" pitchFamily="50" charset="-128"/>
              </a:rPr>
              <a:t>。</a:t>
            </a: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目標値への収束過程で</a:t>
            </a:r>
            <a:r>
              <a:rPr lang="ja-JP" altLang="en-US" b="0" dirty="0">
                <a:latin typeface="ＭＳ Ｐゴシック" panose="020B0600070205080204" pitchFamily="50" charset="-128"/>
                <a:ea typeface="ＭＳ Ｐゴシック" panose="020B0600070205080204" pitchFamily="50" charset="-128"/>
              </a:rPr>
              <a:t>非単調な応答</a:t>
            </a:r>
            <a:r>
              <a:rPr lang="en-US" b="0" dirty="0" err="1">
                <a:latin typeface="ＭＳ Ｐゴシック" panose="020B0600070205080204" pitchFamily="50" charset="-128"/>
                <a:ea typeface="ＭＳ Ｐゴシック" panose="020B0600070205080204" pitchFamily="50" charset="-128"/>
              </a:rPr>
              <a:t>が発生していることを</a:t>
            </a:r>
            <a:endParaRPr lang="en-US"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確認します</a:t>
            </a:r>
            <a:r>
              <a:rPr lang="en-US" b="0" dirty="0">
                <a:latin typeface="ＭＳ Ｐゴシック" panose="020B0600070205080204" pitchFamily="50" charset="-128"/>
                <a:ea typeface="ＭＳ Ｐゴシック" panose="020B0600070205080204" pitchFamily="50" charset="-128"/>
              </a:rPr>
              <a:t>。</a:t>
            </a:r>
          </a:p>
          <a:p>
            <a:pPr lvl="0"/>
            <a:endParaRPr lang="en-US" b="0" dirty="0">
              <a:latin typeface="ＭＳ Ｐゴシック" panose="020B0600070205080204" pitchFamily="50" charset="-128"/>
              <a:ea typeface="ＭＳ Ｐゴシック" panose="020B0600070205080204" pitchFamily="50" charset="-128"/>
            </a:endParaRPr>
          </a:p>
          <a:p>
            <a:pPr lvl="0"/>
            <a:r>
              <a:rPr lang="en-US" dirty="0">
                <a:latin typeface="ＭＳ Ｐゴシック" panose="020B0600070205080204" pitchFamily="50" charset="-128"/>
                <a:ea typeface="ＭＳ Ｐゴシック" panose="020B0600070205080204" pitchFamily="50" charset="-128"/>
              </a:rPr>
              <a:t>2.詳細要求の追加</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1.要求エディターを開き、「3 </a:t>
            </a:r>
            <a:r>
              <a:rPr lang="en-US" b="0" dirty="0" err="1">
                <a:latin typeface="ＭＳ Ｐゴシック" panose="020B0600070205080204" pitchFamily="50" charset="-128"/>
                <a:ea typeface="ＭＳ Ｐゴシック" panose="020B0600070205080204" pitchFamily="50" charset="-128"/>
              </a:rPr>
              <a:t>Response」を選択します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2.「3 Response」の下位に「3.1 Monotonic </a:t>
            </a:r>
            <a:r>
              <a:rPr lang="en-US" b="0" dirty="0" err="1">
                <a:latin typeface="ＭＳ Ｐゴシック" panose="020B0600070205080204" pitchFamily="50" charset="-128"/>
                <a:ea typeface="ＭＳ Ｐゴシック" panose="020B0600070205080204" pitchFamily="50" charset="-128"/>
              </a:rPr>
              <a:t>Response」を追加します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3.次の要求内容を設定します。</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応答開始後、PositionSensorVoltage</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のそれまでの最大値からの</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低下量が0.10V以下であること。」</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4.追加した要求を保存します。</a:t>
            </a:r>
          </a:p>
          <a:p>
            <a:pPr lvl="0"/>
            <a:endParaRPr lang="en-US" b="0" dirty="0">
              <a:latin typeface="ＭＳ Ｐゴシック" panose="020B0600070205080204" pitchFamily="50" charset="-128"/>
              <a:ea typeface="ＭＳ Ｐゴシック" panose="020B0600070205080204" pitchFamily="50" charset="-128"/>
            </a:endParaRPr>
          </a:p>
          <a:p>
            <a:pPr lvl="0"/>
            <a:r>
              <a:rPr lang="en-US" dirty="0">
                <a:latin typeface="ＭＳ Ｐゴシック" panose="020B0600070205080204" pitchFamily="50" charset="-128"/>
                <a:ea typeface="ＭＳ Ｐゴシック" panose="020B0600070205080204" pitchFamily="50" charset="-128"/>
              </a:rPr>
              <a:t>3.追加要求に基づくテスト</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1.プロジェクト内の </a:t>
            </a:r>
            <a:r>
              <a:rPr lang="en-US" b="0" dirty="0" err="1">
                <a:latin typeface="ＭＳ Ｐゴシック" panose="020B0600070205080204" pitchFamily="50" charset="-128"/>
                <a:ea typeface="ＭＳ Ｐゴシック" panose="020B0600070205080204" pitchFamily="50" charset="-128"/>
              </a:rPr>
              <a:t>TestFile</a:t>
            </a:r>
            <a:r>
              <a:rPr lang="en-US" b="0" dirty="0">
                <a:latin typeface="ＭＳ Ｐゴシック" panose="020B0600070205080204" pitchFamily="50" charset="-128"/>
                <a:ea typeface="ＭＳ Ｐゴシック" panose="020B0600070205080204" pitchFamily="50" charset="-128"/>
              </a:rPr>
              <a:t>/</a:t>
            </a:r>
            <a:r>
              <a:rPr lang="en-US" b="0" dirty="0" err="1">
                <a:latin typeface="ＭＳ Ｐゴシック" panose="020B0600070205080204" pitchFamily="50" charset="-128"/>
                <a:ea typeface="ＭＳ Ｐゴシック" panose="020B0600070205080204" pitchFamily="50" charset="-128"/>
              </a:rPr>
              <a:t>TestManagerFile.mldatx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2.テストブラウザーから「単調応答テスト」を選択します。</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3.テストと「3.1 Monotonic </a:t>
            </a:r>
            <a:r>
              <a:rPr lang="en-US" b="0" dirty="0" err="1">
                <a:latin typeface="ＭＳ Ｐゴシック" panose="020B0600070205080204" pitchFamily="50" charset="-128"/>
                <a:ea typeface="ＭＳ Ｐゴシック" panose="020B0600070205080204" pitchFamily="50" charset="-128"/>
              </a:rPr>
              <a:t>Response」要求を関連付けます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4.テストケースを実行し、追加した要求に対してテストがFailする</a:t>
            </a: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ことを確認します</a:t>
            </a:r>
            <a:r>
              <a:rPr lang="en-US" b="0" dirty="0">
                <a:latin typeface="ＭＳ Ｐゴシック" panose="020B0600070205080204" pitchFamily="50" charset="-128"/>
                <a:ea typeface="ＭＳ Ｐゴシック" panose="020B0600070205080204" pitchFamily="50" charset="-128"/>
              </a:rPr>
              <a:t>。</a:t>
            </a: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endParaRPr lang="en-US" b="0" dirty="0">
              <a:latin typeface="ＭＳ Ｐゴシック" panose="020B0600070205080204" pitchFamily="50" charset="-128"/>
              <a:ea typeface="ＭＳ Ｐゴシック" panose="020B0600070205080204" pitchFamily="50" charset="-128"/>
            </a:endParaRPr>
          </a:p>
          <a:p>
            <a:pPr lvl="0"/>
            <a:r>
              <a:rPr lang="en-US" dirty="0">
                <a:latin typeface="ＭＳ Ｐゴシック" panose="020B0600070205080204" pitchFamily="50" charset="-128"/>
                <a:ea typeface="ＭＳ Ｐゴシック" panose="020B0600070205080204" pitchFamily="50" charset="-128"/>
              </a:rPr>
              <a:t>4.シミュレーションによる設計の見直し</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1.ElectricThrottleControl.slx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2.PID</a:t>
            </a:r>
            <a:r>
              <a:rPr lang="ja-JP" altLang="en-US" b="0" dirty="0">
                <a:latin typeface="ＭＳ Ｐゴシック" panose="020B0600070205080204" pitchFamily="50" charset="-128"/>
                <a:ea typeface="ＭＳ Ｐゴシック" panose="020B0600070205080204" pitchFamily="50" charset="-128"/>
              </a:rPr>
              <a:t>コントローラの</a:t>
            </a:r>
            <a:r>
              <a:rPr lang="en-US" b="0" dirty="0" err="1">
                <a:latin typeface="ＭＳ Ｐゴシック" panose="020B0600070205080204" pitchFamily="50" charset="-128"/>
                <a:ea typeface="ＭＳ Ｐゴシック" panose="020B0600070205080204" pitchFamily="50" charset="-128"/>
              </a:rPr>
              <a:t>パラメータ</a:t>
            </a:r>
            <a:r>
              <a:rPr lang="ja-JP" altLang="en-US" b="0" dirty="0">
                <a:latin typeface="ＭＳ Ｐゴシック" panose="020B0600070205080204" pitchFamily="50" charset="-128"/>
                <a:ea typeface="ＭＳ Ｐゴシック" panose="020B0600070205080204" pitchFamily="50" charset="-128"/>
              </a:rPr>
              <a:t>を</a:t>
            </a:r>
            <a:r>
              <a:rPr lang="en-US" b="0" dirty="0" err="1">
                <a:latin typeface="ＭＳ Ｐゴシック" panose="020B0600070205080204" pitchFamily="50" charset="-128"/>
                <a:ea typeface="ＭＳ Ｐゴシック" panose="020B0600070205080204" pitchFamily="50" charset="-128"/>
              </a:rPr>
              <a:t>変更してシミュレーションを実行しま</a:t>
            </a:r>
            <a:endParaRPr lang="en-US"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b="0" dirty="0">
                <a:latin typeface="ＭＳ Ｐゴシック" panose="020B0600070205080204" pitchFamily="50" charset="-128"/>
                <a:ea typeface="ＭＳ Ｐゴシック" panose="020B0600070205080204" pitchFamily="50" charset="-128"/>
              </a:rPr>
              <a:t>す。</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3.データインスペクター上で波形を比較し、既存の応答性能を</a:t>
            </a: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維持しつつ、一時的な低下が抑制されるパラメータを選択します</a:t>
            </a:r>
            <a:r>
              <a:rPr lang="en-US" b="0" dirty="0">
                <a:latin typeface="ＭＳ Ｐゴシック" panose="020B0600070205080204" pitchFamily="50" charset="-128"/>
                <a:ea typeface="ＭＳ Ｐゴシック" panose="020B0600070205080204" pitchFamily="50" charset="-128"/>
              </a:rPr>
              <a:t>。</a:t>
            </a:r>
          </a:p>
          <a:p>
            <a:pPr lvl="0"/>
            <a:endParaRPr lang="en-US" b="0" dirty="0">
              <a:latin typeface="ＭＳ Ｐゴシック" panose="020B0600070205080204" pitchFamily="50" charset="-128"/>
              <a:ea typeface="ＭＳ Ｐゴシック" panose="020B0600070205080204" pitchFamily="50" charset="-128"/>
            </a:endParaRPr>
          </a:p>
          <a:p>
            <a:pPr lvl="0"/>
            <a:r>
              <a:rPr lang="en-US" dirty="0">
                <a:latin typeface="ＭＳ Ｐゴシック" panose="020B0600070205080204" pitchFamily="50" charset="-128"/>
                <a:ea typeface="ＭＳ Ｐゴシック" panose="020B0600070205080204" pitchFamily="50" charset="-128"/>
              </a:rPr>
              <a:t>5.要求に基づく再テスト</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1.TestFile/</a:t>
            </a:r>
            <a:r>
              <a:rPr lang="en-US" b="0" dirty="0" err="1">
                <a:latin typeface="ＭＳ Ｐゴシック" panose="020B0600070205080204" pitchFamily="50" charset="-128"/>
                <a:ea typeface="ＭＳ Ｐゴシック" panose="020B0600070205080204" pitchFamily="50" charset="-128"/>
              </a:rPr>
              <a:t>TestManagerFile.mldatx</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を開きます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2.テストケースを再度実行します。</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3.「3 Response」と「3.1 Monotonic </a:t>
            </a:r>
            <a:r>
              <a:rPr lang="en-US" b="0" dirty="0" err="1">
                <a:latin typeface="ＭＳ Ｐゴシック" panose="020B0600070205080204" pitchFamily="50" charset="-128"/>
                <a:ea typeface="ＭＳ Ｐゴシック" panose="020B0600070205080204" pitchFamily="50" charset="-128"/>
              </a:rPr>
              <a:t>Response」の両方に対する</a:t>
            </a:r>
            <a:endParaRPr lang="en-US" b="0" dirty="0">
              <a:latin typeface="ＭＳ Ｐゴシック" panose="020B0600070205080204" pitchFamily="50" charset="-128"/>
              <a:ea typeface="ＭＳ Ｐゴシック" panose="020B0600070205080204" pitchFamily="50" charset="-128"/>
            </a:endParaRPr>
          </a:p>
          <a:p>
            <a:pPr lvl="0"/>
            <a:r>
              <a:rPr lang="ja-JP" alt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テストがPassすることを確認します</a:t>
            </a:r>
            <a:r>
              <a:rPr lang="en-US" b="0" dirty="0">
                <a:latin typeface="ＭＳ Ｐゴシック" panose="020B0600070205080204" pitchFamily="50" charset="-128"/>
                <a:ea typeface="ＭＳ Ｐゴシック" panose="020B0600070205080204" pitchFamily="50" charset="-128"/>
              </a:rPr>
              <a:t>。</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4.シミュレーション結果と要求を確認し、詳細設計で得られた知見が</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要求と設計に反映されていることを確認します</a:t>
            </a:r>
            <a:r>
              <a:rPr lang="en-US" b="0" dirty="0">
                <a:latin typeface="ＭＳ Ｐゴシック" panose="020B0600070205080204" pitchFamily="50" charset="-128"/>
                <a:ea typeface="ＭＳ Ｐゴシック" panose="020B0600070205080204" pitchFamily="50" charset="-128"/>
              </a:rPr>
              <a:t>。</a:t>
            </a: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p:txBody>
      </p:sp>
      <p:sp>
        <p:nvSpPr>
          <p:cNvPr id="4" name="Text Box 4">
            <a:extLst>
              <a:ext uri="{FF2B5EF4-FFF2-40B4-BE49-F238E27FC236}">
                <a16:creationId xmlns:a16="http://schemas.microsoft.com/office/drawing/2014/main" id="{7C1068B0-73B9-6339-C8BD-847F7ABBCD0D}"/>
              </a:ext>
            </a:extLst>
          </p:cNvPr>
          <p:cNvSpPr txBox="1">
            <a:spLocks noChangeArrowheads="1"/>
          </p:cNvSpPr>
          <p:nvPr/>
        </p:nvSpPr>
        <p:spPr bwMode="auto">
          <a:xfrm>
            <a:off x="5022166" y="337063"/>
            <a:ext cx="4431323" cy="680186"/>
          </a:xfrm>
          <a:prstGeom prst="rect">
            <a:avLst/>
          </a:prstGeom>
          <a:solidFill>
            <a:srgbClr val="DBF0FC"/>
          </a:solidFill>
          <a:ln w="6350">
            <a:solidFill>
              <a:schemeClr val="tx1"/>
            </a:solidFill>
          </a:ln>
          <a:effectLst>
            <a:outerShdw blurRad="25400" dist="25400" dir="2700000" algn="tl">
              <a:prstClr val="black">
                <a:alpha val="20000"/>
              </a:prstClr>
            </a:outerShdw>
          </a:effectLst>
        </p:spPr>
        <p:txBody>
          <a:bodyPr wrap="square" lIns="64008" tIns="64008" rIns="64008" bIns="91440">
            <a:spAutoFit/>
          </a:bodyPr>
          <a:lstStyle>
            <a:lvl1pPr defTabSz="915988" eaLnBrk="0" hangingPunct="0">
              <a:defRPr b="1">
                <a:solidFill>
                  <a:schemeClr val="tx1"/>
                </a:solidFill>
                <a:latin typeface="Courier New" pitchFamily="49" charset="0"/>
                <a:cs typeface="Arial" pitchFamily="34" charset="0"/>
              </a:defRPr>
            </a:lvl1pPr>
            <a:lvl2pPr marL="742950" indent="-285750" defTabSz="915988" eaLnBrk="0" hangingPunct="0">
              <a:defRPr b="1">
                <a:solidFill>
                  <a:schemeClr val="tx1"/>
                </a:solidFill>
                <a:latin typeface="Courier New" pitchFamily="49" charset="0"/>
                <a:cs typeface="Arial" pitchFamily="34" charset="0"/>
              </a:defRPr>
            </a:lvl2pPr>
            <a:lvl3pPr marL="1143000" indent="-228600" defTabSz="915988" eaLnBrk="0" hangingPunct="0">
              <a:defRPr b="1">
                <a:solidFill>
                  <a:schemeClr val="tx1"/>
                </a:solidFill>
                <a:latin typeface="Courier New" pitchFamily="49" charset="0"/>
                <a:cs typeface="Arial" pitchFamily="34" charset="0"/>
              </a:defRPr>
            </a:lvl3pPr>
            <a:lvl4pPr marL="1600200" indent="-228600" defTabSz="915988" eaLnBrk="0" hangingPunct="0">
              <a:defRPr b="1">
                <a:solidFill>
                  <a:schemeClr val="tx1"/>
                </a:solidFill>
                <a:latin typeface="Courier New" pitchFamily="49" charset="0"/>
                <a:cs typeface="Arial" pitchFamily="34" charset="0"/>
              </a:defRPr>
            </a:lvl4pPr>
            <a:lvl5pPr marL="2057400" indent="-228600" defTabSz="915988" eaLnBrk="0" hangingPunct="0">
              <a:defRPr b="1">
                <a:solidFill>
                  <a:schemeClr val="tx1"/>
                </a:solidFill>
                <a:latin typeface="Courier New" pitchFamily="49" charset="0"/>
                <a:cs typeface="Arial" pitchFamily="34" charset="0"/>
              </a:defRPr>
            </a:lvl5pPr>
            <a:lvl6pPr marL="2514600" indent="-228600" defTabSz="915988" eaLnBrk="0" fontAlgn="base" hangingPunct="0">
              <a:spcBef>
                <a:spcPct val="0"/>
              </a:spcBef>
              <a:spcAft>
                <a:spcPct val="0"/>
              </a:spcAft>
              <a:defRPr b="1">
                <a:solidFill>
                  <a:schemeClr val="tx1"/>
                </a:solidFill>
                <a:latin typeface="Courier New" pitchFamily="49" charset="0"/>
                <a:cs typeface="Arial" pitchFamily="34" charset="0"/>
              </a:defRPr>
            </a:lvl6pPr>
            <a:lvl7pPr marL="2971800" indent="-228600" defTabSz="915988" eaLnBrk="0" fontAlgn="base" hangingPunct="0">
              <a:spcBef>
                <a:spcPct val="0"/>
              </a:spcBef>
              <a:spcAft>
                <a:spcPct val="0"/>
              </a:spcAft>
              <a:defRPr b="1">
                <a:solidFill>
                  <a:schemeClr val="tx1"/>
                </a:solidFill>
                <a:latin typeface="Courier New" pitchFamily="49" charset="0"/>
                <a:cs typeface="Arial" pitchFamily="34" charset="0"/>
              </a:defRPr>
            </a:lvl7pPr>
            <a:lvl8pPr marL="3429000" indent="-228600" defTabSz="915988" eaLnBrk="0" fontAlgn="base" hangingPunct="0">
              <a:spcBef>
                <a:spcPct val="0"/>
              </a:spcBef>
              <a:spcAft>
                <a:spcPct val="0"/>
              </a:spcAft>
              <a:defRPr b="1">
                <a:solidFill>
                  <a:schemeClr val="tx1"/>
                </a:solidFill>
                <a:latin typeface="Courier New" pitchFamily="49" charset="0"/>
                <a:cs typeface="Arial" pitchFamily="34" charset="0"/>
              </a:defRPr>
            </a:lvl8pPr>
            <a:lvl9pPr marL="3886200" indent="-228600" defTabSz="915988" eaLnBrk="0" fontAlgn="base" hangingPunct="0">
              <a:spcBef>
                <a:spcPct val="0"/>
              </a:spcBef>
              <a:spcAft>
                <a:spcPct val="0"/>
              </a:spcAft>
              <a:defRPr b="1">
                <a:solidFill>
                  <a:schemeClr val="tx1"/>
                </a:solidFill>
                <a:latin typeface="Courier New" pitchFamily="49" charset="0"/>
                <a:cs typeface="Arial" pitchFamily="34" charset="0"/>
              </a:defRPr>
            </a:lvl9pPr>
          </a:lstStyle>
          <a:p>
            <a:pPr marL="0" marR="0" lvl="0" indent="0" algn="l" defTabSz="915988"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練習</a:t>
            </a:r>
            <a:endParaRPr kumimoji="0" 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endParaRPr lang="en-US" altLang="ja-JP" sz="1100" b="0" dirty="0"/>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SimDrivenReqRefinement</a:t>
            </a:r>
            <a:r>
              <a:rPr lang="en-US" altLang="ja-JP" sz="1100" dirty="0">
                <a:solidFill>
                  <a:srgbClr val="000000"/>
                </a:solidFill>
                <a:latin typeface="ＭＳ Ｐゴシック" panose="020B0600070205080204" pitchFamily="50" charset="-128"/>
                <a:ea typeface="ＭＳ Ｐゴシック" panose="020B0600070205080204" pitchFamily="50" charset="-128"/>
              </a:rPr>
              <a: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SysMLArchModel.prj</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962579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249B0-051A-7E4E-4591-8F9BBC8BA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3BE10-629F-0C6F-FA69-EFA8FD48C98E}"/>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0E48014B-B6C4-1D79-596A-EFD28E55807A}"/>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解答：詳細設計による要求の具体化（１）</a:t>
            </a:r>
          </a:p>
          <a:p>
            <a:pPr eaLnBrk="1"/>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r>
              <a:rPr lang="en-US" dirty="0">
                <a:latin typeface="ＭＳ Ｐゴシック" panose="020B0600070205080204" pitchFamily="50" charset="-128"/>
                <a:ea typeface="ＭＳ Ｐゴシック" panose="020B0600070205080204" pitchFamily="50" charset="-128"/>
              </a:rPr>
              <a:t>1.シミュレーション結果と要求の確認</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目標値への収束過程で一時的な低下が発生していることを確認します</a:t>
            </a:r>
            <a:r>
              <a:rPr lang="en-US" b="0" dirty="0">
                <a:latin typeface="ＭＳ Ｐゴシック" panose="020B0600070205080204" pitchFamily="50" charset="-128"/>
                <a:ea typeface="ＭＳ Ｐゴシック" panose="020B0600070205080204" pitchFamily="50" charset="-128"/>
              </a:rPr>
              <a:t>。</a:t>
            </a: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r>
              <a:rPr lang="en-US" dirty="0">
                <a:latin typeface="ＭＳ Ｐゴシック" panose="020B0600070205080204" pitchFamily="50" charset="-128"/>
                <a:ea typeface="ＭＳ Ｐゴシック" panose="020B0600070205080204" pitchFamily="50" charset="-128"/>
              </a:rPr>
              <a:t>2.詳細要求の追加</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次の要求内容を設定します</a:t>
            </a:r>
            <a:r>
              <a:rPr lang="en-US" b="0" dirty="0">
                <a:latin typeface="ＭＳ Ｐゴシック" panose="020B0600070205080204" pitchFamily="50" charset="-128"/>
                <a:ea typeface="ＭＳ Ｐゴシック" panose="020B0600070205080204" pitchFamily="50" charset="-128"/>
              </a:rPr>
              <a:t>。</a:t>
            </a: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r>
              <a:rPr lang="en-US" dirty="0">
                <a:latin typeface="ＭＳ Ｐゴシック" panose="020B0600070205080204" pitchFamily="50" charset="-128"/>
                <a:ea typeface="ＭＳ Ｐゴシック" panose="020B0600070205080204" pitchFamily="50" charset="-128"/>
              </a:rPr>
              <a:t>3.追加要求に基づくテスト</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a:t>
            </a:r>
            <a:r>
              <a:rPr lang="ja-JP" altLang="en-US" b="0" dirty="0">
                <a:latin typeface="ＭＳ Ｐゴシック" panose="020B0600070205080204" pitchFamily="50" charset="-128"/>
                <a:ea typeface="ＭＳ Ｐゴシック" panose="020B0600070205080204" pitchFamily="50" charset="-128"/>
              </a:rPr>
              <a:t>要件の関連付け及びテストを行います。</a:t>
            </a:r>
            <a:endParaRPr lang="en-US" altLang="ja-JP" b="0" dirty="0">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r>
              <a:rPr lang="en-US" b="0" dirty="0" err="1">
                <a:latin typeface="ＭＳ Ｐゴシック" panose="020B0600070205080204" pitchFamily="50" charset="-128"/>
                <a:ea typeface="ＭＳ Ｐゴシック" panose="020B0600070205080204" pitchFamily="50" charset="-128"/>
              </a:rPr>
              <a:t>追加した要求に対してテストがFailすることを確認します</a:t>
            </a:r>
            <a:r>
              <a:rPr lang="en-US" b="0" dirty="0">
                <a:latin typeface="ＭＳ Ｐゴシック" panose="020B0600070205080204" pitchFamily="50" charset="-128"/>
                <a:ea typeface="ＭＳ Ｐゴシック" panose="020B0600070205080204" pitchFamily="50" charset="-128"/>
              </a:rPr>
              <a:t>。</a:t>
            </a:r>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p:txBody>
      </p:sp>
      <p:sp>
        <p:nvSpPr>
          <p:cNvPr id="4" name="Text Box 4">
            <a:extLst>
              <a:ext uri="{FF2B5EF4-FFF2-40B4-BE49-F238E27FC236}">
                <a16:creationId xmlns:a16="http://schemas.microsoft.com/office/drawing/2014/main" id="{72134E38-5B2B-148B-E8A1-A4576BE2F852}"/>
              </a:ext>
            </a:extLst>
          </p:cNvPr>
          <p:cNvSpPr txBox="1">
            <a:spLocks noChangeArrowheads="1"/>
          </p:cNvSpPr>
          <p:nvPr/>
        </p:nvSpPr>
        <p:spPr bwMode="auto">
          <a:xfrm>
            <a:off x="5022166" y="337063"/>
            <a:ext cx="4431323" cy="680186"/>
          </a:xfrm>
          <a:prstGeom prst="rect">
            <a:avLst/>
          </a:prstGeom>
          <a:solidFill>
            <a:srgbClr val="DBF0FC"/>
          </a:solidFill>
          <a:ln w="6350">
            <a:solidFill>
              <a:schemeClr val="tx1"/>
            </a:solidFill>
          </a:ln>
          <a:effectLst>
            <a:outerShdw blurRad="25400" dist="25400" dir="2700000" algn="tl">
              <a:prstClr val="black">
                <a:alpha val="20000"/>
              </a:prstClr>
            </a:outerShdw>
          </a:effectLst>
        </p:spPr>
        <p:txBody>
          <a:bodyPr wrap="square" lIns="64008" tIns="64008" rIns="64008" bIns="91440">
            <a:spAutoFit/>
          </a:bodyPr>
          <a:lstStyle>
            <a:lvl1pPr defTabSz="915988" eaLnBrk="0" hangingPunct="0">
              <a:defRPr b="1">
                <a:solidFill>
                  <a:schemeClr val="tx1"/>
                </a:solidFill>
                <a:latin typeface="Courier New" pitchFamily="49" charset="0"/>
                <a:cs typeface="Arial" pitchFamily="34" charset="0"/>
              </a:defRPr>
            </a:lvl1pPr>
            <a:lvl2pPr marL="742950" indent="-285750" defTabSz="915988" eaLnBrk="0" hangingPunct="0">
              <a:defRPr b="1">
                <a:solidFill>
                  <a:schemeClr val="tx1"/>
                </a:solidFill>
                <a:latin typeface="Courier New" pitchFamily="49" charset="0"/>
                <a:cs typeface="Arial" pitchFamily="34" charset="0"/>
              </a:defRPr>
            </a:lvl2pPr>
            <a:lvl3pPr marL="1143000" indent="-228600" defTabSz="915988" eaLnBrk="0" hangingPunct="0">
              <a:defRPr b="1">
                <a:solidFill>
                  <a:schemeClr val="tx1"/>
                </a:solidFill>
                <a:latin typeface="Courier New" pitchFamily="49" charset="0"/>
                <a:cs typeface="Arial" pitchFamily="34" charset="0"/>
              </a:defRPr>
            </a:lvl3pPr>
            <a:lvl4pPr marL="1600200" indent="-228600" defTabSz="915988" eaLnBrk="0" hangingPunct="0">
              <a:defRPr b="1">
                <a:solidFill>
                  <a:schemeClr val="tx1"/>
                </a:solidFill>
                <a:latin typeface="Courier New" pitchFamily="49" charset="0"/>
                <a:cs typeface="Arial" pitchFamily="34" charset="0"/>
              </a:defRPr>
            </a:lvl4pPr>
            <a:lvl5pPr marL="2057400" indent="-228600" defTabSz="915988" eaLnBrk="0" hangingPunct="0">
              <a:defRPr b="1">
                <a:solidFill>
                  <a:schemeClr val="tx1"/>
                </a:solidFill>
                <a:latin typeface="Courier New" pitchFamily="49" charset="0"/>
                <a:cs typeface="Arial" pitchFamily="34" charset="0"/>
              </a:defRPr>
            </a:lvl5pPr>
            <a:lvl6pPr marL="2514600" indent="-228600" defTabSz="915988" eaLnBrk="0" fontAlgn="base" hangingPunct="0">
              <a:spcBef>
                <a:spcPct val="0"/>
              </a:spcBef>
              <a:spcAft>
                <a:spcPct val="0"/>
              </a:spcAft>
              <a:defRPr b="1">
                <a:solidFill>
                  <a:schemeClr val="tx1"/>
                </a:solidFill>
                <a:latin typeface="Courier New" pitchFamily="49" charset="0"/>
                <a:cs typeface="Arial" pitchFamily="34" charset="0"/>
              </a:defRPr>
            </a:lvl6pPr>
            <a:lvl7pPr marL="2971800" indent="-228600" defTabSz="915988" eaLnBrk="0" fontAlgn="base" hangingPunct="0">
              <a:spcBef>
                <a:spcPct val="0"/>
              </a:spcBef>
              <a:spcAft>
                <a:spcPct val="0"/>
              </a:spcAft>
              <a:defRPr b="1">
                <a:solidFill>
                  <a:schemeClr val="tx1"/>
                </a:solidFill>
                <a:latin typeface="Courier New" pitchFamily="49" charset="0"/>
                <a:cs typeface="Arial" pitchFamily="34" charset="0"/>
              </a:defRPr>
            </a:lvl7pPr>
            <a:lvl8pPr marL="3429000" indent="-228600" defTabSz="915988" eaLnBrk="0" fontAlgn="base" hangingPunct="0">
              <a:spcBef>
                <a:spcPct val="0"/>
              </a:spcBef>
              <a:spcAft>
                <a:spcPct val="0"/>
              </a:spcAft>
              <a:defRPr b="1">
                <a:solidFill>
                  <a:schemeClr val="tx1"/>
                </a:solidFill>
                <a:latin typeface="Courier New" pitchFamily="49" charset="0"/>
                <a:cs typeface="Arial" pitchFamily="34" charset="0"/>
              </a:defRPr>
            </a:lvl8pPr>
            <a:lvl9pPr marL="3886200" indent="-228600" defTabSz="915988" eaLnBrk="0" fontAlgn="base" hangingPunct="0">
              <a:spcBef>
                <a:spcPct val="0"/>
              </a:spcBef>
              <a:spcAft>
                <a:spcPct val="0"/>
              </a:spcAft>
              <a:defRPr b="1">
                <a:solidFill>
                  <a:schemeClr val="tx1"/>
                </a:solidFill>
                <a:latin typeface="Courier New" pitchFamily="49" charset="0"/>
                <a:cs typeface="Arial" pitchFamily="34" charset="0"/>
              </a:defRPr>
            </a:lvl9pPr>
          </a:lstStyle>
          <a:p>
            <a:pPr marL="0" marR="0" lvl="0" indent="0" algn="l" defTabSz="915988"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練習</a:t>
            </a:r>
            <a:endParaRPr kumimoji="0" lang="en-US" sz="1200" b="1"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a:defRPr/>
            </a:pPr>
            <a:endParaRPr lang="en-US" altLang="ja-JP" sz="1100" b="0" dirty="0"/>
          </a:p>
          <a:p>
            <a:pPr>
              <a:defRPr/>
            </a:pPr>
            <a:r>
              <a:rPr lang="en-US" altLang="ja-JP" sz="1100" dirty="0">
                <a:solidFill>
                  <a:srgbClr val="000000"/>
                </a:solidFill>
                <a:latin typeface="ＭＳ Ｐゴシック" panose="020B0600070205080204" pitchFamily="50" charset="-128"/>
                <a:ea typeface="ＭＳ Ｐゴシック" panose="020B0600070205080204" pitchFamily="50" charset="-128"/>
              </a:rPr>
              <a:t>&gt;&gt;</a:t>
            </a:r>
            <a:r>
              <a:rPr lang="en-US" altLang="ja-JP" sz="1100" dirty="0" err="1">
                <a:solidFill>
                  <a:srgbClr val="000000"/>
                </a:solidFill>
                <a:latin typeface="ＭＳ Ｐゴシック" panose="020B0600070205080204" pitchFamily="50" charset="-128"/>
                <a:ea typeface="ＭＳ Ｐゴシック" panose="020B0600070205080204" pitchFamily="50" charset="-128"/>
              </a:rPr>
              <a:t>SimDrivenReqRefinement_ans</a:t>
            </a:r>
            <a:endParaRPr lang="en-US" altLang="ja-JP" sz="1100" dirty="0">
              <a:solidFill>
                <a:srgbClr val="000000"/>
              </a:solidFill>
              <a:latin typeface="ＭＳ Ｐゴシック" panose="020B0600070205080204" pitchFamily="50" charset="-128"/>
              <a:ea typeface="ＭＳ Ｐゴシック" panose="020B0600070205080204" pitchFamily="50" charset="-128"/>
            </a:endParaRPr>
          </a:p>
        </p:txBody>
      </p:sp>
      <p:pic>
        <p:nvPicPr>
          <p:cNvPr id="12" name="図 11">
            <a:extLst>
              <a:ext uri="{FF2B5EF4-FFF2-40B4-BE49-F238E27FC236}">
                <a16:creationId xmlns:a16="http://schemas.microsoft.com/office/drawing/2014/main" id="{53439992-9D35-0B45-FD20-D1122A6EA1CE}"/>
              </a:ext>
            </a:extLst>
          </p:cNvPr>
          <p:cNvPicPr>
            <a:picLocks noChangeAspect="1"/>
          </p:cNvPicPr>
          <p:nvPr/>
        </p:nvPicPr>
        <p:blipFill>
          <a:blip r:embed="rId3"/>
          <a:srcRect b="42547"/>
          <a:stretch>
            <a:fillRect/>
          </a:stretch>
        </p:blipFill>
        <p:spPr>
          <a:xfrm>
            <a:off x="367463" y="4448410"/>
            <a:ext cx="3780000" cy="1920413"/>
          </a:xfrm>
          <a:prstGeom prst="rect">
            <a:avLst/>
          </a:prstGeom>
        </p:spPr>
      </p:pic>
      <p:pic>
        <p:nvPicPr>
          <p:cNvPr id="13" name="図 12">
            <a:extLst>
              <a:ext uri="{FF2B5EF4-FFF2-40B4-BE49-F238E27FC236}">
                <a16:creationId xmlns:a16="http://schemas.microsoft.com/office/drawing/2014/main" id="{0AB983E6-B6ED-28DF-1C1A-2B7149C757AA}"/>
              </a:ext>
            </a:extLst>
          </p:cNvPr>
          <p:cNvPicPr>
            <a:picLocks noChangeAspect="1"/>
          </p:cNvPicPr>
          <p:nvPr/>
        </p:nvPicPr>
        <p:blipFill>
          <a:blip r:embed="rId4"/>
          <a:stretch>
            <a:fillRect/>
          </a:stretch>
        </p:blipFill>
        <p:spPr>
          <a:xfrm>
            <a:off x="367463" y="1474278"/>
            <a:ext cx="3780000" cy="2267212"/>
          </a:xfrm>
          <a:prstGeom prst="rect">
            <a:avLst/>
          </a:prstGeom>
        </p:spPr>
      </p:pic>
      <p:pic>
        <p:nvPicPr>
          <p:cNvPr id="15" name="図 14">
            <a:extLst>
              <a:ext uri="{FF2B5EF4-FFF2-40B4-BE49-F238E27FC236}">
                <a16:creationId xmlns:a16="http://schemas.microsoft.com/office/drawing/2014/main" id="{2055738F-FFF7-AECA-9474-B5384275EBA3}"/>
              </a:ext>
            </a:extLst>
          </p:cNvPr>
          <p:cNvPicPr>
            <a:picLocks noChangeAspect="1"/>
          </p:cNvPicPr>
          <p:nvPr/>
        </p:nvPicPr>
        <p:blipFill>
          <a:blip r:embed="rId5"/>
          <a:srcRect b="42202"/>
          <a:stretch>
            <a:fillRect/>
          </a:stretch>
        </p:blipFill>
        <p:spPr>
          <a:xfrm>
            <a:off x="5077653" y="1689612"/>
            <a:ext cx="3780000" cy="2337719"/>
          </a:xfrm>
          <a:prstGeom prst="rect">
            <a:avLst/>
          </a:prstGeom>
        </p:spPr>
      </p:pic>
      <p:pic>
        <p:nvPicPr>
          <p:cNvPr id="16" name="図 15">
            <a:extLst>
              <a:ext uri="{FF2B5EF4-FFF2-40B4-BE49-F238E27FC236}">
                <a16:creationId xmlns:a16="http://schemas.microsoft.com/office/drawing/2014/main" id="{E9BF558C-188B-2031-52A7-D85201FB02BC}"/>
              </a:ext>
            </a:extLst>
          </p:cNvPr>
          <p:cNvPicPr>
            <a:picLocks noChangeAspect="1"/>
          </p:cNvPicPr>
          <p:nvPr/>
        </p:nvPicPr>
        <p:blipFill>
          <a:blip r:embed="rId6"/>
          <a:stretch>
            <a:fillRect/>
          </a:stretch>
        </p:blipFill>
        <p:spPr>
          <a:xfrm>
            <a:off x="5077653" y="4448410"/>
            <a:ext cx="3780000" cy="2267212"/>
          </a:xfrm>
          <a:prstGeom prst="rect">
            <a:avLst/>
          </a:prstGeom>
        </p:spPr>
      </p:pic>
    </p:spTree>
    <p:extLst>
      <p:ext uri="{BB962C8B-B14F-4D97-AF65-F5344CB8AC3E}">
        <p14:creationId xmlns:p14="http://schemas.microsoft.com/office/powerpoint/2010/main" val="156379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DD0F-7DE9-CE6B-0994-50B753C96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7C24D-12CE-02AA-2F88-AD32498E9529}"/>
              </a:ext>
            </a:extLst>
          </p:cNvPr>
          <p:cNvSpPr>
            <a:spLocks noGrp="1" noRot="1" noChangeAspect="1"/>
          </p:cNvSpPr>
          <p:nvPr>
            <p:ph type="sldImg"/>
          </p:nvPr>
        </p:nvSpPr>
        <p:spPr>
          <a:xfrm>
            <a:off x="3552825" y="7210425"/>
            <a:ext cx="0" cy="0"/>
          </a:xfrm>
        </p:spPr>
        <p:txBody>
          <a:bodyPr/>
          <a:lstStyle/>
          <a:p>
            <a:endParaRPr lang="ja-JP" altLang="en-US" dirty="0"/>
          </a:p>
        </p:txBody>
      </p:sp>
      <p:sp>
        <p:nvSpPr>
          <p:cNvPr id="3" name="Notes Placeholder 2">
            <a:extLst>
              <a:ext uri="{FF2B5EF4-FFF2-40B4-BE49-F238E27FC236}">
                <a16:creationId xmlns:a16="http://schemas.microsoft.com/office/drawing/2014/main" id="{21C7AF36-BF18-4909-CE71-AB368A24FF3A}"/>
              </a:ext>
            </a:extLst>
          </p:cNvPr>
          <p:cNvSpPr txBox="1">
            <a:spLocks/>
          </p:cNvSpPr>
          <p:nvPr/>
        </p:nvSpPr>
        <p:spPr>
          <a:xfrm>
            <a:off x="89242" y="282528"/>
            <a:ext cx="9447335" cy="6684163"/>
          </a:xfrm>
          <a:prstGeom prst="rect">
            <a:avLst/>
          </a:prstGeom>
        </p:spPr>
        <p:txBody>
          <a:bodyPr vert="horz" wrap="square" lIns="91440" tIns="45720" rIns="91440" bIns="45720" numCol="2" spcCol="457200" rtlCol="0"/>
          <a:lstStyle>
            <a:lvl1pPr algn="l" defTabSz="965200" rtl="0" eaLnBrk="0" fontAlgn="base" hangingPunct="0">
              <a:spcBef>
                <a:spcPct val="0"/>
              </a:spcBef>
              <a:spcAft>
                <a:spcPct val="0"/>
              </a:spcAft>
              <a:defRPr sz="1200" kern="1200" baseline="0">
                <a:solidFill>
                  <a:schemeClr val="tx1"/>
                </a:solidFill>
                <a:latin typeface="Arial" panose="020B0604020202020204" pitchFamily="34" charset="0"/>
                <a:ea typeface="+mn-ea"/>
                <a:cs typeface="+mn-cs"/>
              </a:defRPr>
            </a:lvl1pPr>
            <a:lvl2pPr marL="742950" indent="-285750" algn="l" defTabSz="965200" rtl="0" eaLnBrk="0" fontAlgn="base" hangingPunct="0">
              <a:spcBef>
                <a:spcPct val="0"/>
              </a:spcBef>
              <a:spcAft>
                <a:spcPct val="0"/>
              </a:spcAft>
              <a:defRPr sz="1200" kern="1200">
                <a:solidFill>
                  <a:schemeClr val="tx1"/>
                </a:solidFill>
                <a:latin typeface="Garamond" pitchFamily="18" charset="0"/>
                <a:ea typeface="+mn-ea"/>
                <a:cs typeface="+mn-cs"/>
              </a:defRPr>
            </a:lvl2pPr>
            <a:lvl3pPr marL="11430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3pPr>
            <a:lvl4pPr marL="16002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4pPr>
            <a:lvl5pPr marL="2057400" indent="-228600" algn="l" defTabSz="965200" rtl="0" eaLnBrk="0" fontAlgn="base" hangingPunct="0">
              <a:spcBef>
                <a:spcPct val="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eaLnBrk="1"/>
            <a:r>
              <a:rPr lang="ja-JP" altLang="en-US" sz="2000"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rPr>
              <a:t>解答：詳細設計による要求の具体化（２）</a:t>
            </a:r>
          </a:p>
          <a:p>
            <a:pPr eaLnBrk="1"/>
            <a:endParaRPr lang="en-US" altLang="ja-JP" dirty="0">
              <a:solidFill>
                <a:srgbClr val="0071AA"/>
              </a:solidFill>
              <a:ea typeface="ＭＳ Ｐゴシック" panose="020B0600070205080204" pitchFamily="50" charset="-128"/>
              <a:cs typeface="Futura Std Medium" panose="020B0502020204020303" pitchFamily="34" charset="0"/>
              <a:sym typeface="Futura Std Medium" panose="020B0502020204020303" pitchFamily="34" charset="0"/>
            </a:endParaRPr>
          </a:p>
          <a:p>
            <a:pPr eaLnBrk="1"/>
            <a:r>
              <a:rPr lang="en-US" dirty="0">
                <a:latin typeface="ＭＳ Ｐゴシック" panose="020B0600070205080204" pitchFamily="50" charset="-128"/>
                <a:ea typeface="ＭＳ Ｐゴシック" panose="020B0600070205080204" pitchFamily="50" charset="-128"/>
              </a:rPr>
              <a:t>4.シミュレーションによる設計の見直し</a:t>
            </a:r>
            <a:br>
              <a:rPr lang="en-US" b="0" dirty="0">
                <a:latin typeface="ＭＳ Ｐゴシック" panose="020B0600070205080204" pitchFamily="50" charset="-128"/>
                <a:ea typeface="ＭＳ Ｐゴシック" panose="020B0600070205080204" pitchFamily="50" charset="-128"/>
              </a:rPr>
            </a:br>
            <a:r>
              <a:rPr lang="en-US" b="0" dirty="0">
                <a:latin typeface="ＭＳ Ｐゴシック" panose="020B0600070205080204" pitchFamily="50" charset="-128"/>
                <a:ea typeface="ＭＳ Ｐゴシック" panose="020B0600070205080204" pitchFamily="50" charset="-128"/>
              </a:rPr>
              <a:t>　PID</a:t>
            </a:r>
            <a:r>
              <a:rPr lang="ja-JP" altLang="en-US" b="0" dirty="0">
                <a:latin typeface="ＭＳ Ｐゴシック" panose="020B0600070205080204" pitchFamily="50" charset="-128"/>
                <a:ea typeface="ＭＳ Ｐゴシック" panose="020B0600070205080204" pitchFamily="50" charset="-128"/>
              </a:rPr>
              <a:t>コントローラの</a:t>
            </a:r>
            <a:r>
              <a:rPr lang="en-US" b="0" dirty="0" err="1">
                <a:latin typeface="ＭＳ Ｐゴシック" panose="020B0600070205080204" pitchFamily="50" charset="-128"/>
                <a:ea typeface="ＭＳ Ｐゴシック" panose="020B0600070205080204" pitchFamily="50" charset="-128"/>
              </a:rPr>
              <a:t>パラメータ</a:t>
            </a:r>
            <a:r>
              <a:rPr lang="ja-JP" altLang="en-US" b="0" dirty="0">
                <a:latin typeface="ＭＳ Ｐゴシック" panose="020B0600070205080204" pitchFamily="50" charset="-128"/>
                <a:ea typeface="ＭＳ Ｐゴシック" panose="020B0600070205080204" pitchFamily="50" charset="-128"/>
              </a:rPr>
              <a:t>を</a:t>
            </a:r>
            <a:r>
              <a:rPr lang="en-US" b="0" dirty="0" err="1">
                <a:latin typeface="ＭＳ Ｐゴシック" panose="020B0600070205080204" pitchFamily="50" charset="-128"/>
                <a:ea typeface="ＭＳ Ｐゴシック" panose="020B0600070205080204" pitchFamily="50" charset="-128"/>
              </a:rPr>
              <a:t>変更し</a:t>
            </a:r>
            <a:r>
              <a:rPr lang="ja-JP" altLang="en-US" b="0" dirty="0">
                <a:latin typeface="ＭＳ Ｐゴシック" panose="020B0600070205080204" pitchFamily="50" charset="-128"/>
                <a:ea typeface="ＭＳ Ｐゴシック" panose="020B0600070205080204" pitchFamily="50" charset="-128"/>
              </a:rPr>
              <a:t>ます。</a:t>
            </a:r>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b="0" dirty="0">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r>
              <a:rPr lang="en-US" dirty="0">
                <a:latin typeface="ＭＳ Ｐゴシック" panose="020B0600070205080204" pitchFamily="50" charset="-128"/>
                <a:ea typeface="ＭＳ Ｐゴシック" panose="020B0600070205080204" pitchFamily="50" charset="-128"/>
              </a:rPr>
              <a:t>5.要求に基づく再テスト</a:t>
            </a:r>
          </a:p>
          <a:p>
            <a:pPr eaLnBrk="1"/>
            <a:r>
              <a:rPr lang="ja-JP" altLang="en-US" b="0" dirty="0">
                <a:solidFill>
                  <a:srgbClr val="000000"/>
                </a:solidFill>
                <a:latin typeface="ＭＳ Ｐゴシック" panose="020B0600070205080204" pitchFamily="50" charset="-128"/>
                <a:ea typeface="ＭＳ Ｐゴシック" panose="020B0600070205080204" pitchFamily="50" charset="-128"/>
              </a:rPr>
              <a:t>　</a:t>
            </a:r>
            <a:r>
              <a:rPr lang="en-US" b="0" dirty="0">
                <a:latin typeface="ＭＳ Ｐゴシック" panose="020B0600070205080204" pitchFamily="50" charset="-128"/>
                <a:ea typeface="ＭＳ Ｐゴシック" panose="020B0600070205080204" pitchFamily="50" charset="-128"/>
              </a:rPr>
              <a:t> </a:t>
            </a:r>
            <a:r>
              <a:rPr lang="en-US" b="0" dirty="0" err="1">
                <a:latin typeface="ＭＳ Ｐゴシック" panose="020B0600070205080204" pitchFamily="50" charset="-128"/>
                <a:ea typeface="ＭＳ Ｐゴシック" panose="020B0600070205080204" pitchFamily="50" charset="-128"/>
              </a:rPr>
              <a:t>追加した要求に対してテストが</a:t>
            </a:r>
            <a:r>
              <a:rPr lang="en-US" altLang="ja-JP" b="0" dirty="0" err="1">
                <a:latin typeface="ＭＳ Ｐゴシック" panose="020B0600070205080204" pitchFamily="50" charset="-128"/>
                <a:ea typeface="ＭＳ Ｐゴシック" panose="020B0600070205080204" pitchFamily="50" charset="-128"/>
              </a:rPr>
              <a:t>Pass</a:t>
            </a:r>
            <a:r>
              <a:rPr lang="en-US" b="0" dirty="0" err="1">
                <a:latin typeface="ＭＳ Ｐゴシック" panose="020B0600070205080204" pitchFamily="50" charset="-128"/>
                <a:ea typeface="ＭＳ Ｐゴシック" panose="020B0600070205080204" pitchFamily="50" charset="-128"/>
              </a:rPr>
              <a:t>することを確認します</a:t>
            </a:r>
            <a:r>
              <a:rPr lang="en-US" b="0" dirty="0">
                <a:latin typeface="ＭＳ Ｐゴシック" panose="020B0600070205080204" pitchFamily="50" charset="-128"/>
                <a:ea typeface="ＭＳ Ｐゴシック" panose="020B0600070205080204" pitchFamily="50" charset="-128"/>
              </a:rPr>
              <a:t>。</a:t>
            </a:r>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latin typeface="ＭＳ Ｐゴシック" panose="020B0600070205080204" pitchFamily="50" charset="-128"/>
              <a:ea typeface="ＭＳ Ｐゴシック" panose="020B0600070205080204" pitchFamily="50" charset="-128"/>
            </a:endParaRPr>
          </a:p>
          <a:p>
            <a:pPr eaLnBrk="1"/>
            <a:endParaRPr lang="en-US" altLang="ja" b="0" dirty="0">
              <a:solidFill>
                <a:srgbClr val="000000"/>
              </a:solidFill>
              <a:ea typeface="ＭＳ Ｐゴシック" panose="020B0600070205080204" pitchFamily="50" charset="-128"/>
            </a:endParaRPr>
          </a:p>
        </p:txBody>
      </p:sp>
      <p:pic>
        <p:nvPicPr>
          <p:cNvPr id="8" name="図 7">
            <a:extLst>
              <a:ext uri="{FF2B5EF4-FFF2-40B4-BE49-F238E27FC236}">
                <a16:creationId xmlns:a16="http://schemas.microsoft.com/office/drawing/2014/main" id="{3D8A8D10-C55E-247B-9A59-3149F758518F}"/>
              </a:ext>
            </a:extLst>
          </p:cNvPr>
          <p:cNvPicPr>
            <a:picLocks noChangeAspect="1"/>
          </p:cNvPicPr>
          <p:nvPr/>
        </p:nvPicPr>
        <p:blipFill>
          <a:blip r:embed="rId3"/>
          <a:stretch>
            <a:fillRect/>
          </a:stretch>
        </p:blipFill>
        <p:spPr>
          <a:xfrm>
            <a:off x="5347827" y="1308683"/>
            <a:ext cx="3780000" cy="2267212"/>
          </a:xfrm>
          <a:prstGeom prst="rect">
            <a:avLst/>
          </a:prstGeom>
        </p:spPr>
      </p:pic>
      <p:pic>
        <p:nvPicPr>
          <p:cNvPr id="7" name="図 6">
            <a:extLst>
              <a:ext uri="{FF2B5EF4-FFF2-40B4-BE49-F238E27FC236}">
                <a16:creationId xmlns:a16="http://schemas.microsoft.com/office/drawing/2014/main" id="{0CF95FB7-AAB2-8332-F34E-61A13F81C7C9}"/>
              </a:ext>
            </a:extLst>
          </p:cNvPr>
          <p:cNvPicPr>
            <a:picLocks noChangeAspect="1"/>
          </p:cNvPicPr>
          <p:nvPr/>
        </p:nvPicPr>
        <p:blipFill>
          <a:blip r:embed="rId4"/>
          <a:stretch>
            <a:fillRect/>
          </a:stretch>
        </p:blipFill>
        <p:spPr>
          <a:xfrm>
            <a:off x="406367" y="1308683"/>
            <a:ext cx="3780000" cy="1413243"/>
          </a:xfrm>
          <a:prstGeom prst="rect">
            <a:avLst/>
          </a:prstGeom>
          <a:ln>
            <a:solidFill>
              <a:schemeClr val="tx1"/>
            </a:solidFill>
          </a:ln>
        </p:spPr>
      </p:pic>
      <p:pic>
        <p:nvPicPr>
          <p:cNvPr id="10" name="図 9">
            <a:extLst>
              <a:ext uri="{FF2B5EF4-FFF2-40B4-BE49-F238E27FC236}">
                <a16:creationId xmlns:a16="http://schemas.microsoft.com/office/drawing/2014/main" id="{8399B4F9-2195-53A7-33FD-575AF31FF17F}"/>
              </a:ext>
            </a:extLst>
          </p:cNvPr>
          <p:cNvPicPr>
            <a:picLocks noChangeAspect="1"/>
          </p:cNvPicPr>
          <p:nvPr/>
        </p:nvPicPr>
        <p:blipFill>
          <a:blip r:embed="rId5"/>
          <a:stretch>
            <a:fillRect/>
          </a:stretch>
        </p:blipFill>
        <p:spPr>
          <a:xfrm>
            <a:off x="473373" y="2923561"/>
            <a:ext cx="3150306" cy="3555591"/>
          </a:xfrm>
          <a:prstGeom prst="rect">
            <a:avLst/>
          </a:prstGeom>
        </p:spPr>
      </p:pic>
    </p:spTree>
    <p:extLst>
      <p:ext uri="{BB962C8B-B14F-4D97-AF65-F5344CB8AC3E}">
        <p14:creationId xmlns:p14="http://schemas.microsoft.com/office/powerpoint/2010/main" val="301955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308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31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box">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881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561516"/>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Lst>
  <p:hf hdr="0" ftr="0" dt="0"/>
  <p:txStyles>
    <p:titleStyle>
      <a:lvl1pPr algn="l" rtl="0" eaLnBrk="0" fontAlgn="base" hangingPunct="0">
        <a:spcBef>
          <a:spcPct val="0"/>
        </a:spcBef>
        <a:spcAft>
          <a:spcPct val="0"/>
        </a:spcAft>
        <a:defRPr sz="3200" b="1" kern="1200">
          <a:solidFill>
            <a:schemeClr val="tx1"/>
          </a:solidFill>
          <a:latin typeface="Futura Std Book" panose="020B0802020204020204" pitchFamily="34" charset="0"/>
          <a:ea typeface="+mj-ea"/>
          <a:cs typeface="Arial" pitchFamily="34" charset="0"/>
        </a:defRPr>
      </a:lvl1pPr>
      <a:lvl2pPr algn="l" rtl="0" eaLnBrk="0" fontAlgn="base" hangingPunct="0">
        <a:spcBef>
          <a:spcPct val="0"/>
        </a:spcBef>
        <a:spcAft>
          <a:spcPct val="0"/>
        </a:spcAft>
        <a:defRPr sz="3200" b="1">
          <a:solidFill>
            <a:schemeClr val="tx2"/>
          </a:solidFill>
          <a:latin typeface="Arial" pitchFamily="34" charset="0"/>
          <a:cs typeface="Arial" pitchFamily="34" charset="0"/>
        </a:defRPr>
      </a:lvl2pPr>
      <a:lvl3pPr algn="l" rtl="0" eaLnBrk="0" fontAlgn="base" hangingPunct="0">
        <a:spcBef>
          <a:spcPct val="0"/>
        </a:spcBef>
        <a:spcAft>
          <a:spcPct val="0"/>
        </a:spcAft>
        <a:defRPr sz="3200" b="1">
          <a:solidFill>
            <a:schemeClr val="tx2"/>
          </a:solidFill>
          <a:latin typeface="Arial" pitchFamily="34" charset="0"/>
          <a:cs typeface="Arial" pitchFamily="34" charset="0"/>
        </a:defRPr>
      </a:lvl3pPr>
      <a:lvl4pPr algn="l" rtl="0" eaLnBrk="0" fontAlgn="base" hangingPunct="0">
        <a:spcBef>
          <a:spcPct val="0"/>
        </a:spcBef>
        <a:spcAft>
          <a:spcPct val="0"/>
        </a:spcAft>
        <a:defRPr sz="3200" b="1">
          <a:solidFill>
            <a:schemeClr val="tx2"/>
          </a:solidFill>
          <a:latin typeface="Arial" pitchFamily="34" charset="0"/>
          <a:cs typeface="Arial" pitchFamily="34" charset="0"/>
        </a:defRPr>
      </a:lvl4pPr>
      <a:lvl5pPr algn="l" rtl="0" eaLnBrk="0" fontAlgn="base" hangingPunct="0">
        <a:spcBef>
          <a:spcPct val="0"/>
        </a:spcBef>
        <a:spcAft>
          <a:spcPct val="0"/>
        </a:spcAft>
        <a:defRPr sz="3200" b="1">
          <a:solidFill>
            <a:schemeClr val="tx2"/>
          </a:solidFill>
          <a:latin typeface="Arial" pitchFamily="34" charset="0"/>
          <a:cs typeface="Arial" pitchFamily="34" charset="0"/>
        </a:defRPr>
      </a:lvl5pPr>
      <a:lvl6pPr marL="457200" algn="l" rtl="0" eaLnBrk="1" fontAlgn="base" hangingPunct="1">
        <a:spcBef>
          <a:spcPct val="0"/>
        </a:spcBef>
        <a:spcAft>
          <a:spcPct val="0"/>
        </a:spcAft>
        <a:defRPr sz="3200" b="1">
          <a:solidFill>
            <a:schemeClr val="tx2"/>
          </a:solidFill>
          <a:latin typeface="Arial" pitchFamily="34" charset="0"/>
          <a:cs typeface="Arial" pitchFamily="34" charset="0"/>
        </a:defRPr>
      </a:lvl6pPr>
      <a:lvl7pPr marL="914400" algn="l" rtl="0" eaLnBrk="1" fontAlgn="base" hangingPunct="1">
        <a:spcBef>
          <a:spcPct val="0"/>
        </a:spcBef>
        <a:spcAft>
          <a:spcPct val="0"/>
        </a:spcAft>
        <a:defRPr sz="3200" b="1">
          <a:solidFill>
            <a:schemeClr val="tx2"/>
          </a:solidFill>
          <a:latin typeface="Arial" pitchFamily="34" charset="0"/>
          <a:cs typeface="Arial" pitchFamily="34" charset="0"/>
        </a:defRPr>
      </a:lvl7pPr>
      <a:lvl8pPr marL="1371600" algn="l" rtl="0" eaLnBrk="1" fontAlgn="base" hangingPunct="1">
        <a:spcBef>
          <a:spcPct val="0"/>
        </a:spcBef>
        <a:spcAft>
          <a:spcPct val="0"/>
        </a:spcAft>
        <a:defRPr sz="3200" b="1">
          <a:solidFill>
            <a:schemeClr val="tx2"/>
          </a:solidFill>
          <a:latin typeface="Arial" pitchFamily="34" charset="0"/>
          <a:cs typeface="Arial" pitchFamily="34" charset="0"/>
        </a:defRPr>
      </a:lvl8pPr>
      <a:lvl9pPr marL="1828800" algn="l" rtl="0" eaLnBrk="1" fontAlgn="base" hangingPunct="1">
        <a:spcBef>
          <a:spcPct val="0"/>
        </a:spcBef>
        <a:spcAft>
          <a:spcPct val="0"/>
        </a:spcAft>
        <a:defRPr sz="3200" b="1">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
        <a:defRPr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EAD3-8C35-B73E-575D-B20459A2B0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049F03-54A0-387A-5A57-CC601FDCA516}"/>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741325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29484-83F2-2320-FE2B-48FEC20EA8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D7C327-FB8C-6272-7F04-08842E3697DD}"/>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2098910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3F2A-A9D1-57C2-E026-155959BE02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C0C83E-18AD-F652-BAA0-CC6A7F064F7F}"/>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2137494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5AA5D-FC2A-0EAC-2C0F-183BE50380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03F6EC-3396-4117-736C-C133315E63ED}"/>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236736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AA9-418F-B015-8636-1A1E6F2C43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A4EFCF-A75A-DBE2-4DCB-8F6DD9B61636}"/>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2068696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5F9FB-C5AA-495B-5F5F-8EDC3AD88A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BCC9EB-90C2-E63B-4475-078B20AD9F13}"/>
              </a:ext>
            </a:extLst>
          </p:cNvPr>
          <p:cNvSpPr>
            <a:spLocks noGrp="1"/>
          </p:cNvSpPr>
          <p:nvPr>
            <p:ph type="title" idx="4294967295"/>
          </p:nvPr>
        </p:nvSpPr>
        <p:spPr>
          <a:xfrm>
            <a:off x="457200" y="558800"/>
            <a:ext cx="8077200" cy="1143000"/>
          </a:xfrm>
          <a:prstGeom prst="rect">
            <a:avLst/>
          </a:prstGeom>
        </p:spPr>
        <p:txBody>
          <a:bodyPr/>
          <a:lstStyle/>
          <a:p>
            <a:endParaRPr lang="ja" dirty="0">
              <a:latin typeface="ＭＳ Ｐゴシック" panose="020B0600070205080204" pitchFamily="50" charset="-128"/>
            </a:endParaRPr>
          </a:p>
        </p:txBody>
      </p:sp>
    </p:spTree>
    <p:extLst>
      <p:ext uri="{BB962C8B-B14F-4D97-AF65-F5344CB8AC3E}">
        <p14:creationId xmlns:p14="http://schemas.microsoft.com/office/powerpoint/2010/main" val="3337697165"/>
      </p:ext>
    </p:extLst>
  </p:cSld>
  <p:clrMapOvr>
    <a:masterClrMapping/>
  </p:clrMapOvr>
</p:sld>
</file>

<file path=ppt/theme/theme1.xml><?xml version="1.0" encoding="utf-8"?>
<a:theme xmlns:a="http://schemas.openxmlformats.org/drawingml/2006/main" name="1_April2010">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200" dirty="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rainingContent">
      <a:majorFont>
        <a:latin typeface="Futura Std Book"/>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3"/>
        </a:lnRef>
        <a:fillRef idx="2">
          <a:schemeClr val="accent3"/>
        </a:fillRef>
        <a:effectRef idx="1">
          <a:schemeClr val="accent3"/>
        </a:effectRef>
        <a:fontRef idx="minor">
          <a:schemeClr val="dk1"/>
        </a:fontRef>
      </a:style>
    </a:sp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Garamond"/>
        <a:font script="Hebr" typeface="Garamond"/>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Garamond"/>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F017634A1EEA42AAFB515889551CAD" ma:contentTypeVersion="13" ma:contentTypeDescription="Create a new document." ma:contentTypeScope="" ma:versionID="37a001dc75eab367a79ee6fa1af6e113">
  <xsd:schema xmlns:xsd="http://www.w3.org/2001/XMLSchema" xmlns:xs="http://www.w3.org/2001/XMLSchema" xmlns:p="http://schemas.microsoft.com/office/2006/metadata/properties" xmlns:ns3="19c216ad-d7d8-4107-b559-317756898ea5" xmlns:ns4="ec34e3af-4045-4abc-bf8e-41be571c849e" targetNamespace="http://schemas.microsoft.com/office/2006/metadata/properties" ma:root="true" ma:fieldsID="4c6693462a6bb7257fe151accc1907f3" ns3:_="" ns4:_="">
    <xsd:import namespace="19c216ad-d7d8-4107-b559-317756898ea5"/>
    <xsd:import namespace="ec34e3af-4045-4abc-bf8e-41be571c849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c216ad-d7d8-4107-b559-317756898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34e3af-4045-4abc-bf8e-41be571c849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C2C668-877A-4679-AE7C-FB0D89647B3F}">
  <ds:schemaRefs>
    <ds:schemaRef ds:uri="http://www.w3.org/XML/1998/namespace"/>
    <ds:schemaRef ds:uri="http://purl.org/dc/elements/1.1/"/>
    <ds:schemaRef ds:uri="19c216ad-d7d8-4107-b559-317756898ea5"/>
    <ds:schemaRef ds:uri="http://purl.org/dc/dcmityp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ec34e3af-4045-4abc-bf8e-41be571c849e"/>
    <ds:schemaRef ds:uri="http://schemas.microsoft.com/office/2006/metadata/properties"/>
  </ds:schemaRefs>
</ds:datastoreItem>
</file>

<file path=customXml/itemProps2.xml><?xml version="1.0" encoding="utf-8"?>
<ds:datastoreItem xmlns:ds="http://schemas.openxmlformats.org/officeDocument/2006/customXml" ds:itemID="{83006029-3EE3-4523-8110-D6EE9CC6217F}">
  <ds:schemaRefs>
    <ds:schemaRef ds:uri="19c216ad-d7d8-4107-b559-317756898ea5"/>
    <ds:schemaRef ds:uri="ec34e3af-4045-4abc-bf8e-41be571c849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79D5A15-7E49-4D48-9120-193C8442B879}">
  <ds:schemaRefs>
    <ds:schemaRef ds:uri="http://schemas.microsoft.com/sharepoint/v3/contenttype/forms"/>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April2010</Template>
  <TotalTime>4165</TotalTime>
  <Words>643</Words>
  <Application>Microsoft Office PowerPoint</Application>
  <PresentationFormat>画面に合わせる (4:3)</PresentationFormat>
  <Paragraphs>267</Paragraphs>
  <Slides>6</Slides>
  <Notes>6</Notes>
  <HiddenSlides>0</HiddenSlides>
  <MMClips>0</MMClips>
  <ScaleCrop>false</ScaleCrop>
  <HeadingPairs>
    <vt:vector size="8" baseType="variant">
      <vt:variant>
        <vt:lpstr>使用されているフォント</vt:lpstr>
      </vt:variant>
      <vt:variant>
        <vt:i4>7</vt:i4>
      </vt:variant>
      <vt:variant>
        <vt:lpstr>テーマ</vt:lpstr>
      </vt:variant>
      <vt:variant>
        <vt:i4>1</vt:i4>
      </vt:variant>
      <vt:variant>
        <vt:lpstr>埋め込まれた OLE サーバー</vt:lpstr>
      </vt:variant>
      <vt:variant>
        <vt:i4>1</vt:i4>
      </vt:variant>
      <vt:variant>
        <vt:lpstr>スライド タイトル</vt:lpstr>
      </vt:variant>
      <vt:variant>
        <vt:i4>6</vt:i4>
      </vt:variant>
    </vt:vector>
  </HeadingPairs>
  <TitlesOfParts>
    <vt:vector size="15" baseType="lpstr">
      <vt:lpstr>Arial</vt:lpstr>
      <vt:lpstr>KozGoPro-Medium</vt:lpstr>
      <vt:lpstr>Wingdings</vt:lpstr>
      <vt:lpstr>ArialMT</vt:lpstr>
      <vt:lpstr>ＭＳ Ｐゴシック</vt:lpstr>
      <vt:lpstr>Courier New</vt:lpstr>
      <vt:lpstr>Futura Std Book</vt:lpstr>
      <vt:lpstr>1_April2010</vt:lpstr>
      <vt:lpstr>Equation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Jonathan Young</dc:creator>
  <cp:lastModifiedBy>Hiro Nakano</cp:lastModifiedBy>
  <cp:revision>1</cp:revision>
  <cp:lastPrinted>2020-12-15T12:27:57Z</cp:lastPrinted>
  <dcterms:created xsi:type="dcterms:W3CDTF">2020-09-11T16:57:33Z</dcterms:created>
  <dcterms:modified xsi:type="dcterms:W3CDTF">2026-08-18T01:02:56Z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0x0101009FF017634A1EEA42AAFB515889551CAD</vt:lpwstr>
  </property>
</Properties>
</file>